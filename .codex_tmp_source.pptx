
<file path=[Content_Types].xml><?xml version="1.0" encoding="utf-8"?>
<Types xmlns="http://schemas.openxmlformats.org/package/2006/content-types">
  <Default Extension="jpeg" ContentType="image/jpeg"/>
  <Default Extension="mkv" ContentType="video/unknown"/>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1"/>
  </p:notesMasterIdLst>
  <p:sldIdLst>
    <p:sldId id="256" r:id="rId3"/>
    <p:sldId id="257" r:id="rId4"/>
    <p:sldId id="258" r:id="rId5"/>
    <p:sldId id="259" r:id="rId6"/>
    <p:sldId id="260" r:id="rId7"/>
    <p:sldId id="274" r:id="rId8"/>
    <p:sldId id="261" r:id="rId9"/>
    <p:sldId id="271" r:id="rId10"/>
    <p:sldId id="272" r:id="rId11"/>
    <p:sldId id="262" r:id="rId12"/>
    <p:sldId id="263" r:id="rId13"/>
    <p:sldId id="264" r:id="rId14"/>
    <p:sldId id="265" r:id="rId15"/>
    <p:sldId id="267" r:id="rId16"/>
    <p:sldId id="273" r:id="rId17"/>
    <p:sldId id="268" r:id="rId18"/>
    <p:sldId id="269" r:id="rId19"/>
    <p:sldId id="270"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093" autoAdjust="0"/>
  </p:normalViewPr>
  <p:slideViewPr>
    <p:cSldViewPr snapToGrid="0">
      <p:cViewPr>
        <p:scale>
          <a:sx n="100" d="100"/>
          <a:sy n="100" d="100"/>
        </p:scale>
        <p:origin x="174" y="10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斯烔 许" userId="64174e054b0762d6" providerId="LiveId" clId="{9F1B5276-F347-4AA1-AB2C-6E3D6DA9DB2C}"/>
    <pc:docChg chg="undo redo custSel addSld delSld modSld sldOrd">
      <pc:chgData name="斯烔 许" userId="64174e054b0762d6" providerId="LiveId" clId="{9F1B5276-F347-4AA1-AB2C-6E3D6DA9DB2C}" dt="2026-01-20T19:04:08.285" v="1141" actId="478"/>
      <pc:docMkLst>
        <pc:docMk/>
      </pc:docMkLst>
      <pc:sldChg chg="addSp delSp modSp mod">
        <pc:chgData name="斯烔 许" userId="64174e054b0762d6" providerId="LiveId" clId="{9F1B5276-F347-4AA1-AB2C-6E3D6DA9DB2C}" dt="2026-01-20T18:34:02.428" v="728" actId="1076"/>
        <pc:sldMkLst>
          <pc:docMk/>
          <pc:sldMk cId="0" sldId="256"/>
        </pc:sldMkLst>
        <pc:spChg chg="mod ord">
          <ac:chgData name="斯烔 许" userId="64174e054b0762d6" providerId="LiveId" clId="{9F1B5276-F347-4AA1-AB2C-6E3D6DA9DB2C}" dt="2026-01-20T18:20:33.193" v="611" actId="1076"/>
          <ac:spMkLst>
            <pc:docMk/>
            <pc:sldMk cId="0" sldId="256"/>
            <ac:spMk id="2" creationId="{00000000-0000-0000-0000-000000000000}"/>
          </ac:spMkLst>
        </pc:spChg>
        <pc:spChg chg="mod">
          <ac:chgData name="斯烔 许" userId="64174e054b0762d6" providerId="LiveId" clId="{9F1B5276-F347-4AA1-AB2C-6E3D6DA9DB2C}" dt="2026-01-20T18:19:39.121" v="538" actId="1076"/>
          <ac:spMkLst>
            <pc:docMk/>
            <pc:sldMk cId="0" sldId="256"/>
            <ac:spMk id="3" creationId="{00000000-0000-0000-0000-000000000000}"/>
          </ac:spMkLst>
        </pc:spChg>
        <pc:spChg chg="mod">
          <ac:chgData name="斯烔 许" userId="64174e054b0762d6" providerId="LiveId" clId="{9F1B5276-F347-4AA1-AB2C-6E3D6DA9DB2C}" dt="2026-01-20T17:20:48.582" v="13" actId="1076"/>
          <ac:spMkLst>
            <pc:docMk/>
            <pc:sldMk cId="0" sldId="256"/>
            <ac:spMk id="4" creationId="{00000000-0000-0000-0000-000000000000}"/>
          </ac:spMkLst>
        </pc:spChg>
        <pc:spChg chg="mod">
          <ac:chgData name="斯烔 许" userId="64174e054b0762d6" providerId="LiveId" clId="{9F1B5276-F347-4AA1-AB2C-6E3D6DA9DB2C}" dt="2026-01-20T17:20:57.183" v="16" actId="1076"/>
          <ac:spMkLst>
            <pc:docMk/>
            <pc:sldMk cId="0" sldId="256"/>
            <ac:spMk id="5" creationId="{00000000-0000-0000-0000-000000000000}"/>
          </ac:spMkLst>
        </pc:spChg>
        <pc:spChg chg="add mod">
          <ac:chgData name="斯烔 许" userId="64174e054b0762d6" providerId="LiveId" clId="{9F1B5276-F347-4AA1-AB2C-6E3D6DA9DB2C}" dt="2026-01-20T18:11:55.050" v="439" actId="571"/>
          <ac:spMkLst>
            <pc:docMk/>
            <pc:sldMk cId="0" sldId="256"/>
            <ac:spMk id="6" creationId="{6DC1389F-8998-2E69-0429-A03875BC9C65}"/>
          </ac:spMkLst>
        </pc:spChg>
        <pc:spChg chg="add del mod">
          <ac:chgData name="斯烔 许" userId="64174e054b0762d6" providerId="LiveId" clId="{9F1B5276-F347-4AA1-AB2C-6E3D6DA9DB2C}" dt="2026-01-20T18:34:02.428" v="728" actId="1076"/>
          <ac:spMkLst>
            <pc:docMk/>
            <pc:sldMk cId="0" sldId="256"/>
            <ac:spMk id="7" creationId="{E2C0666D-980E-30EB-4295-48F7886BA3A5}"/>
          </ac:spMkLst>
        </pc:spChg>
      </pc:sldChg>
      <pc:sldChg chg="delSp modSp mod">
        <pc:chgData name="斯烔 许" userId="64174e054b0762d6" providerId="LiveId" clId="{9F1B5276-F347-4AA1-AB2C-6E3D6DA9DB2C}" dt="2026-01-20T18:19:52.494" v="544" actId="478"/>
        <pc:sldMkLst>
          <pc:docMk/>
          <pc:sldMk cId="0" sldId="259"/>
        </pc:sldMkLst>
        <pc:spChg chg="del mod">
          <ac:chgData name="斯烔 许" userId="64174e054b0762d6" providerId="LiveId" clId="{9F1B5276-F347-4AA1-AB2C-6E3D6DA9DB2C}" dt="2026-01-20T18:19:52.494" v="544" actId="478"/>
          <ac:spMkLst>
            <pc:docMk/>
            <pc:sldMk cId="0" sldId="259"/>
            <ac:spMk id="17" creationId="{00000000-0000-0000-0000-000000000000}"/>
          </ac:spMkLst>
        </pc:spChg>
      </pc:sldChg>
      <pc:sldChg chg="ord modNotes">
        <pc:chgData name="斯烔 许" userId="64174e054b0762d6" providerId="LiveId" clId="{9F1B5276-F347-4AA1-AB2C-6E3D6DA9DB2C}" dt="2026-01-20T18:17:40.420" v="511"/>
        <pc:sldMkLst>
          <pc:docMk/>
          <pc:sldMk cId="0" sldId="260"/>
        </pc:sldMkLst>
      </pc:sldChg>
      <pc:sldChg chg="addSp delSp modSp mod ord setBg modNotesTx">
        <pc:chgData name="斯烔 许" userId="64174e054b0762d6" providerId="LiveId" clId="{9F1B5276-F347-4AA1-AB2C-6E3D6DA9DB2C}" dt="2026-01-20T19:01:08.056" v="939"/>
        <pc:sldMkLst>
          <pc:docMk/>
          <pc:sldMk cId="0" sldId="261"/>
        </pc:sldMkLst>
        <pc:spChg chg="mod">
          <ac:chgData name="斯烔 许" userId="64174e054b0762d6" providerId="LiveId" clId="{9F1B5276-F347-4AA1-AB2C-6E3D6DA9DB2C}" dt="2026-01-20T18:09:29.889" v="424" actId="20577"/>
          <ac:spMkLst>
            <pc:docMk/>
            <pc:sldMk cId="0" sldId="261"/>
            <ac:spMk id="2" creationId="{00000000-0000-0000-0000-000000000000}"/>
          </ac:spMkLst>
        </pc:spChg>
        <pc:spChg chg="del mod">
          <ac:chgData name="斯烔 许" userId="64174e054b0762d6" providerId="LiveId" clId="{9F1B5276-F347-4AA1-AB2C-6E3D6DA9DB2C}" dt="2026-01-20T18:14:28.489" v="456" actId="478"/>
          <ac:spMkLst>
            <pc:docMk/>
            <pc:sldMk cId="0" sldId="261"/>
            <ac:spMk id="4" creationId="{00000000-0000-0000-0000-000000000000}"/>
          </ac:spMkLst>
        </pc:spChg>
        <pc:spChg chg="del">
          <ac:chgData name="斯烔 许" userId="64174e054b0762d6" providerId="LiveId" clId="{9F1B5276-F347-4AA1-AB2C-6E3D6DA9DB2C}" dt="2026-01-20T18:14:12.115" v="449" actId="478"/>
          <ac:spMkLst>
            <pc:docMk/>
            <pc:sldMk cId="0" sldId="261"/>
            <ac:spMk id="7" creationId="{00000000-0000-0000-0000-000000000000}"/>
          </ac:spMkLst>
        </pc:spChg>
        <pc:spChg chg="del">
          <ac:chgData name="斯烔 许" userId="64174e054b0762d6" providerId="LiveId" clId="{9F1B5276-F347-4AA1-AB2C-6E3D6DA9DB2C}" dt="2026-01-20T18:14:12.115" v="449" actId="478"/>
          <ac:spMkLst>
            <pc:docMk/>
            <pc:sldMk cId="0" sldId="261"/>
            <ac:spMk id="8" creationId="{00000000-0000-0000-0000-000000000000}"/>
          </ac:spMkLst>
        </pc:spChg>
        <pc:spChg chg="del mod">
          <ac:chgData name="斯烔 许" userId="64174e054b0762d6" providerId="LiveId" clId="{9F1B5276-F347-4AA1-AB2C-6E3D6DA9DB2C}" dt="2026-01-20T18:14:26.116" v="455" actId="478"/>
          <ac:spMkLst>
            <pc:docMk/>
            <pc:sldMk cId="0" sldId="261"/>
            <ac:spMk id="10" creationId="{00000000-0000-0000-0000-000000000000}"/>
          </ac:spMkLst>
        </pc:spChg>
        <pc:spChg chg="del">
          <ac:chgData name="斯烔 许" userId="64174e054b0762d6" providerId="LiveId" clId="{9F1B5276-F347-4AA1-AB2C-6E3D6DA9DB2C}" dt="2026-01-20T18:14:26.116" v="455" actId="478"/>
          <ac:spMkLst>
            <pc:docMk/>
            <pc:sldMk cId="0" sldId="261"/>
            <ac:spMk id="11" creationId="{00000000-0000-0000-0000-000000000000}"/>
          </ac:spMkLst>
        </pc:spChg>
        <pc:spChg chg="del">
          <ac:chgData name="斯烔 许" userId="64174e054b0762d6" providerId="LiveId" clId="{9F1B5276-F347-4AA1-AB2C-6E3D6DA9DB2C}" dt="2026-01-20T18:14:12.115" v="449" actId="478"/>
          <ac:spMkLst>
            <pc:docMk/>
            <pc:sldMk cId="0" sldId="261"/>
            <ac:spMk id="13" creationId="{00000000-0000-0000-0000-000000000000}"/>
          </ac:spMkLst>
        </pc:spChg>
        <pc:spChg chg="del mod">
          <ac:chgData name="斯烔 许" userId="64174e054b0762d6" providerId="LiveId" clId="{9F1B5276-F347-4AA1-AB2C-6E3D6DA9DB2C}" dt="2026-01-20T18:14:12.115" v="449" actId="478"/>
          <ac:spMkLst>
            <pc:docMk/>
            <pc:sldMk cId="0" sldId="261"/>
            <ac:spMk id="14" creationId="{00000000-0000-0000-0000-000000000000}"/>
          </ac:spMkLst>
        </pc:spChg>
        <pc:spChg chg="del">
          <ac:chgData name="斯烔 许" userId="64174e054b0762d6" providerId="LiveId" clId="{9F1B5276-F347-4AA1-AB2C-6E3D6DA9DB2C}" dt="2026-01-20T18:14:26.116" v="455" actId="478"/>
          <ac:spMkLst>
            <pc:docMk/>
            <pc:sldMk cId="0" sldId="261"/>
            <ac:spMk id="16" creationId="{00000000-0000-0000-0000-000000000000}"/>
          </ac:spMkLst>
        </pc:spChg>
        <pc:spChg chg="del">
          <ac:chgData name="斯烔 许" userId="64174e054b0762d6" providerId="LiveId" clId="{9F1B5276-F347-4AA1-AB2C-6E3D6DA9DB2C}" dt="2026-01-20T18:14:26.116" v="455" actId="478"/>
          <ac:spMkLst>
            <pc:docMk/>
            <pc:sldMk cId="0" sldId="261"/>
            <ac:spMk id="17" creationId="{00000000-0000-0000-0000-000000000000}"/>
          </ac:spMkLst>
        </pc:spChg>
        <pc:spChg chg="add mod">
          <ac:chgData name="斯烔 许" userId="64174e054b0762d6" providerId="LiveId" clId="{9F1B5276-F347-4AA1-AB2C-6E3D6DA9DB2C}" dt="2026-01-20T18:16:20.922" v="501" actId="1076"/>
          <ac:spMkLst>
            <pc:docMk/>
            <pc:sldMk cId="0" sldId="261"/>
            <ac:spMk id="25" creationId="{929EC22E-DAB9-593A-DC29-0EEFC7D85E02}"/>
          </ac:spMkLst>
        </pc:spChg>
        <pc:spChg chg="add mod">
          <ac:chgData name="斯烔 许" userId="64174e054b0762d6" providerId="LiveId" clId="{9F1B5276-F347-4AA1-AB2C-6E3D6DA9DB2C}" dt="2026-01-20T18:15:41.293" v="485" actId="14100"/>
          <ac:spMkLst>
            <pc:docMk/>
            <pc:sldMk cId="0" sldId="261"/>
            <ac:spMk id="26" creationId="{E1556795-E0E3-D7E6-7ED3-70965E3F15B6}"/>
          </ac:spMkLst>
        </pc:spChg>
        <pc:picChg chg="del mod">
          <ac:chgData name="斯烔 许" userId="64174e054b0762d6" providerId="LiveId" clId="{9F1B5276-F347-4AA1-AB2C-6E3D6DA9DB2C}" dt="2026-01-20T18:14:10.247" v="448" actId="478"/>
          <ac:picMkLst>
            <pc:docMk/>
            <pc:sldMk cId="0" sldId="261"/>
            <ac:picMk id="6" creationId="{00000000-0000-0000-0000-000000000000}"/>
          </ac:picMkLst>
        </pc:picChg>
        <pc:picChg chg="del">
          <ac:chgData name="斯烔 许" userId="64174e054b0762d6" providerId="LiveId" clId="{9F1B5276-F347-4AA1-AB2C-6E3D6DA9DB2C}" dt="2026-01-20T18:14:12.115" v="449" actId="478"/>
          <ac:picMkLst>
            <pc:docMk/>
            <pc:sldMk cId="0" sldId="261"/>
            <ac:picMk id="9" creationId="{00000000-0000-0000-0000-000000000000}"/>
          </ac:picMkLst>
        </pc:picChg>
        <pc:picChg chg="del">
          <ac:chgData name="斯烔 许" userId="64174e054b0762d6" providerId="LiveId" clId="{9F1B5276-F347-4AA1-AB2C-6E3D6DA9DB2C}" dt="2026-01-20T18:14:10.247" v="448" actId="478"/>
          <ac:picMkLst>
            <pc:docMk/>
            <pc:sldMk cId="0" sldId="261"/>
            <ac:picMk id="12" creationId="{00000000-0000-0000-0000-000000000000}"/>
          </ac:picMkLst>
        </pc:picChg>
        <pc:picChg chg="del">
          <ac:chgData name="斯烔 许" userId="64174e054b0762d6" providerId="LiveId" clId="{9F1B5276-F347-4AA1-AB2C-6E3D6DA9DB2C}" dt="2026-01-20T18:14:12.115" v="449" actId="478"/>
          <ac:picMkLst>
            <pc:docMk/>
            <pc:sldMk cId="0" sldId="261"/>
            <ac:picMk id="15" creationId="{00000000-0000-0000-0000-000000000000}"/>
          </ac:picMkLst>
        </pc:picChg>
        <pc:picChg chg="add del mod">
          <ac:chgData name="斯烔 许" userId="64174e054b0762d6" providerId="LiveId" clId="{9F1B5276-F347-4AA1-AB2C-6E3D6DA9DB2C}" dt="2026-01-20T18:01:00.392" v="44" actId="478"/>
          <ac:picMkLst>
            <pc:docMk/>
            <pc:sldMk cId="0" sldId="261"/>
            <ac:picMk id="19" creationId="{48628CE6-FCF3-E81C-13B2-781D9EE90926}"/>
          </ac:picMkLst>
        </pc:picChg>
        <pc:picChg chg="add mod">
          <ac:chgData name="斯烔 许" userId="64174e054b0762d6" providerId="LiveId" clId="{9F1B5276-F347-4AA1-AB2C-6E3D6DA9DB2C}" dt="2026-01-20T18:16:12.278" v="497" actId="1076"/>
          <ac:picMkLst>
            <pc:docMk/>
            <pc:sldMk cId="0" sldId="261"/>
            <ac:picMk id="21" creationId="{D4ABC555-25D2-212F-9360-E512653EE722}"/>
          </ac:picMkLst>
        </pc:picChg>
        <pc:picChg chg="add mod">
          <ac:chgData name="斯烔 许" userId="64174e054b0762d6" providerId="LiveId" clId="{9F1B5276-F347-4AA1-AB2C-6E3D6DA9DB2C}" dt="2026-01-20T18:42:24.503" v="752" actId="1076"/>
          <ac:picMkLst>
            <pc:docMk/>
            <pc:sldMk cId="0" sldId="261"/>
            <ac:picMk id="23" creationId="{959A726E-D9B0-5DE7-60C6-A7E8E077A22E}"/>
          </ac:picMkLst>
        </pc:picChg>
        <pc:picChg chg="add mod">
          <ac:chgData name="斯烔 许" userId="64174e054b0762d6" providerId="LiveId" clId="{9F1B5276-F347-4AA1-AB2C-6E3D6DA9DB2C}" dt="2026-01-20T18:16:15.349" v="499" actId="1076"/>
          <ac:picMkLst>
            <pc:docMk/>
            <pc:sldMk cId="0" sldId="261"/>
            <ac:picMk id="1025" creationId="{5EADD0E1-656B-79EA-1199-AB8166509F3D}"/>
          </ac:picMkLst>
        </pc:picChg>
      </pc:sldChg>
      <pc:sldChg chg="modSp mod">
        <pc:chgData name="斯烔 许" userId="64174e054b0762d6" providerId="LiveId" clId="{9F1B5276-F347-4AA1-AB2C-6E3D6DA9DB2C}" dt="2026-01-20T18:22:46.705" v="624" actId="20577"/>
        <pc:sldMkLst>
          <pc:docMk/>
          <pc:sldMk cId="0" sldId="262"/>
        </pc:sldMkLst>
        <pc:spChg chg="mod">
          <ac:chgData name="斯烔 许" userId="64174e054b0762d6" providerId="LiveId" clId="{9F1B5276-F347-4AA1-AB2C-6E3D6DA9DB2C}" dt="2026-01-20T18:22:46.705" v="624" actId="20577"/>
          <ac:spMkLst>
            <pc:docMk/>
            <pc:sldMk cId="0" sldId="262"/>
            <ac:spMk id="16" creationId="{00000000-0000-0000-0000-000000000000}"/>
          </ac:spMkLst>
        </pc:spChg>
      </pc:sldChg>
      <pc:sldChg chg="addSp delSp modSp mod modNotesTx">
        <pc:chgData name="斯烔 许" userId="64174e054b0762d6" providerId="LiveId" clId="{9F1B5276-F347-4AA1-AB2C-6E3D6DA9DB2C}" dt="2026-01-20T18:33:10.512" v="725" actId="1076"/>
        <pc:sldMkLst>
          <pc:docMk/>
          <pc:sldMk cId="0" sldId="263"/>
        </pc:sldMkLst>
        <pc:spChg chg="mod">
          <ac:chgData name="斯烔 许" userId="64174e054b0762d6" providerId="LiveId" clId="{9F1B5276-F347-4AA1-AB2C-6E3D6DA9DB2C}" dt="2026-01-20T18:27:14.395" v="703" actId="1076"/>
          <ac:spMkLst>
            <pc:docMk/>
            <pc:sldMk cId="0" sldId="263"/>
            <ac:spMk id="2" creationId="{00000000-0000-0000-0000-000000000000}"/>
          </ac:spMkLst>
        </pc:spChg>
        <pc:spChg chg="mod">
          <ac:chgData name="斯烔 许" userId="64174e054b0762d6" providerId="LiveId" clId="{9F1B5276-F347-4AA1-AB2C-6E3D6DA9DB2C}" dt="2026-01-20T18:22:51.585" v="625" actId="20577"/>
          <ac:spMkLst>
            <pc:docMk/>
            <pc:sldMk cId="0" sldId="263"/>
            <ac:spMk id="3" creationId="{00000000-0000-0000-0000-000000000000}"/>
          </ac:spMkLst>
        </pc:spChg>
        <pc:spChg chg="mod">
          <ac:chgData name="斯烔 许" userId="64174e054b0762d6" providerId="LiveId" clId="{9F1B5276-F347-4AA1-AB2C-6E3D6DA9DB2C}" dt="2026-01-20T18:33:08.895" v="724" actId="1076"/>
          <ac:spMkLst>
            <pc:docMk/>
            <pc:sldMk cId="0" sldId="263"/>
            <ac:spMk id="6" creationId="{00000000-0000-0000-0000-000000000000}"/>
          </ac:spMkLst>
        </pc:spChg>
        <pc:picChg chg="del">
          <ac:chgData name="斯烔 许" userId="64174e054b0762d6" providerId="LiveId" clId="{9F1B5276-F347-4AA1-AB2C-6E3D6DA9DB2C}" dt="2026-01-20T18:26:10.281" v="644" actId="478"/>
          <ac:picMkLst>
            <pc:docMk/>
            <pc:sldMk cId="0" sldId="263"/>
            <ac:picMk id="5" creationId="{00000000-0000-0000-0000-000000000000}"/>
          </ac:picMkLst>
        </pc:picChg>
        <pc:picChg chg="add mod">
          <ac:chgData name="斯烔 许" userId="64174e054b0762d6" providerId="LiveId" clId="{9F1B5276-F347-4AA1-AB2C-6E3D6DA9DB2C}" dt="2026-01-20T18:33:10.512" v="725" actId="1076"/>
          <ac:picMkLst>
            <pc:docMk/>
            <pc:sldMk cId="0" sldId="263"/>
            <ac:picMk id="8" creationId="{C5001AA0-2D61-3A92-7076-FE3D0AE7D777}"/>
          </ac:picMkLst>
        </pc:picChg>
      </pc:sldChg>
      <pc:sldChg chg="modSp mod">
        <pc:chgData name="斯烔 许" userId="64174e054b0762d6" providerId="LiveId" clId="{9F1B5276-F347-4AA1-AB2C-6E3D6DA9DB2C}" dt="2026-01-20T18:23:07.440" v="630" actId="20577"/>
        <pc:sldMkLst>
          <pc:docMk/>
          <pc:sldMk cId="0" sldId="264"/>
        </pc:sldMkLst>
        <pc:spChg chg="mod">
          <ac:chgData name="斯烔 许" userId="64174e054b0762d6" providerId="LiveId" clId="{9F1B5276-F347-4AA1-AB2C-6E3D6DA9DB2C}" dt="2026-01-20T18:23:07.440" v="630" actId="20577"/>
          <ac:spMkLst>
            <pc:docMk/>
            <pc:sldMk cId="0" sldId="264"/>
            <ac:spMk id="10" creationId="{00000000-0000-0000-0000-000000000000}"/>
          </ac:spMkLst>
        </pc:spChg>
      </pc:sldChg>
      <pc:sldChg chg="addSp delSp modSp mod">
        <pc:chgData name="斯烔 许" userId="64174e054b0762d6" providerId="LiveId" clId="{9F1B5276-F347-4AA1-AB2C-6E3D6DA9DB2C}" dt="2026-01-20T18:39:19.517" v="747" actId="21"/>
        <pc:sldMkLst>
          <pc:docMk/>
          <pc:sldMk cId="0" sldId="265"/>
        </pc:sldMkLst>
        <pc:spChg chg="mod">
          <ac:chgData name="斯烔 许" userId="64174e054b0762d6" providerId="LiveId" clId="{9F1B5276-F347-4AA1-AB2C-6E3D6DA9DB2C}" dt="2026-01-20T18:38:53.953" v="734" actId="20577"/>
          <ac:spMkLst>
            <pc:docMk/>
            <pc:sldMk cId="0" sldId="265"/>
            <ac:spMk id="3" creationId="{00000000-0000-0000-0000-000000000000}"/>
          </ac:spMkLst>
        </pc:spChg>
        <pc:spChg chg="mod">
          <ac:chgData name="斯烔 许" userId="64174e054b0762d6" providerId="LiveId" clId="{9F1B5276-F347-4AA1-AB2C-6E3D6DA9DB2C}" dt="2026-01-20T18:38:55.690" v="735" actId="20577"/>
          <ac:spMkLst>
            <pc:docMk/>
            <pc:sldMk cId="0" sldId="265"/>
            <ac:spMk id="5" creationId="{00000000-0000-0000-0000-000000000000}"/>
          </ac:spMkLst>
        </pc:spChg>
        <pc:picChg chg="del">
          <ac:chgData name="斯烔 许" userId="64174e054b0762d6" providerId="LiveId" clId="{9F1B5276-F347-4AA1-AB2C-6E3D6DA9DB2C}" dt="2026-01-20T17:00:21.463" v="1" actId="478"/>
          <ac:picMkLst>
            <pc:docMk/>
            <pc:sldMk cId="0" sldId="265"/>
            <ac:picMk id="13" creationId="{00000000-0000-0000-0000-000000000000}"/>
          </ac:picMkLst>
        </pc:picChg>
        <pc:picChg chg="add del mod">
          <ac:chgData name="斯烔 许" userId="64174e054b0762d6" providerId="LiveId" clId="{9F1B5276-F347-4AA1-AB2C-6E3D6DA9DB2C}" dt="2026-01-20T18:39:14.787" v="744" actId="21"/>
          <ac:picMkLst>
            <pc:docMk/>
            <pc:sldMk cId="0" sldId="265"/>
            <ac:picMk id="15" creationId="{7F302C63-85C3-83D3-3A6F-852D4C07FC59}"/>
          </ac:picMkLst>
        </pc:picChg>
        <pc:picChg chg="add del mod">
          <ac:chgData name="斯烔 许" userId="64174e054b0762d6" providerId="LiveId" clId="{9F1B5276-F347-4AA1-AB2C-6E3D6DA9DB2C}" dt="2026-01-20T18:39:19.517" v="747" actId="21"/>
          <ac:picMkLst>
            <pc:docMk/>
            <pc:sldMk cId="0" sldId="265"/>
            <ac:picMk id="17" creationId="{D2BC510D-6560-C675-BD58-637C733D6F1C}"/>
          </ac:picMkLst>
        </pc:picChg>
        <pc:picChg chg="add mod">
          <ac:chgData name="斯烔 许" userId="64174e054b0762d6" providerId="LiveId" clId="{9F1B5276-F347-4AA1-AB2C-6E3D6DA9DB2C}" dt="2026-01-20T18:39:01.193" v="739" actId="1076"/>
          <ac:picMkLst>
            <pc:docMk/>
            <pc:sldMk cId="0" sldId="265"/>
            <ac:picMk id="19" creationId="{D9604DDD-B770-9A93-14F4-0987EECCD997}"/>
          </ac:picMkLst>
        </pc:picChg>
      </pc:sldChg>
      <pc:sldChg chg="del">
        <pc:chgData name="斯烔 许" userId="64174e054b0762d6" providerId="LiveId" clId="{9F1B5276-F347-4AA1-AB2C-6E3D6DA9DB2C}" dt="2026-01-20T17:00:09.070" v="0" actId="2696"/>
        <pc:sldMkLst>
          <pc:docMk/>
          <pc:sldMk cId="0" sldId="266"/>
        </pc:sldMkLst>
      </pc:sldChg>
      <pc:sldChg chg="addSp modSp mod">
        <pc:chgData name="斯烔 许" userId="64174e054b0762d6" providerId="LiveId" clId="{9F1B5276-F347-4AA1-AB2C-6E3D6DA9DB2C}" dt="2026-01-20T18:53:49.575" v="908" actId="1076"/>
        <pc:sldMkLst>
          <pc:docMk/>
          <pc:sldMk cId="0" sldId="267"/>
        </pc:sldMkLst>
        <pc:spChg chg="mod">
          <ac:chgData name="斯烔 许" userId="64174e054b0762d6" providerId="LiveId" clId="{9F1B5276-F347-4AA1-AB2C-6E3D6DA9DB2C}" dt="2026-01-20T18:23:32.235" v="634" actId="1076"/>
          <ac:spMkLst>
            <pc:docMk/>
            <pc:sldMk cId="0" sldId="267"/>
            <ac:spMk id="2" creationId="{00000000-0000-0000-0000-000000000000}"/>
          </ac:spMkLst>
        </pc:spChg>
        <pc:spChg chg="mod">
          <ac:chgData name="斯烔 许" userId="64174e054b0762d6" providerId="LiveId" clId="{9F1B5276-F347-4AA1-AB2C-6E3D6DA9DB2C}" dt="2026-01-20T18:23:36.341" v="637" actId="20577"/>
          <ac:spMkLst>
            <pc:docMk/>
            <pc:sldMk cId="0" sldId="267"/>
            <ac:spMk id="9" creationId="{00000000-0000-0000-0000-000000000000}"/>
          </ac:spMkLst>
        </pc:spChg>
        <pc:spChg chg="mod">
          <ac:chgData name="斯烔 许" userId="64174e054b0762d6" providerId="LiveId" clId="{9F1B5276-F347-4AA1-AB2C-6E3D6DA9DB2C}" dt="2026-01-20T18:52:50.860" v="770" actId="20577"/>
          <ac:spMkLst>
            <pc:docMk/>
            <pc:sldMk cId="0" sldId="267"/>
            <ac:spMk id="12" creationId="{00000000-0000-0000-0000-000000000000}"/>
          </ac:spMkLst>
        </pc:spChg>
        <pc:spChg chg="mod">
          <ac:chgData name="斯烔 许" userId="64174e054b0762d6" providerId="LiveId" clId="{9F1B5276-F347-4AA1-AB2C-6E3D6DA9DB2C}" dt="2026-01-20T18:53:25.254" v="903" actId="20577"/>
          <ac:spMkLst>
            <pc:docMk/>
            <pc:sldMk cId="0" sldId="267"/>
            <ac:spMk id="13" creationId="{00000000-0000-0000-0000-000000000000}"/>
          </ac:spMkLst>
        </pc:spChg>
        <pc:picChg chg="add mod">
          <ac:chgData name="斯烔 许" userId="64174e054b0762d6" providerId="LiveId" clId="{9F1B5276-F347-4AA1-AB2C-6E3D6DA9DB2C}" dt="2026-01-20T18:53:49.575" v="908" actId="1076"/>
          <ac:picMkLst>
            <pc:docMk/>
            <pc:sldMk cId="0" sldId="267"/>
            <ac:picMk id="18" creationId="{6A249488-68F3-30CD-6C34-4B3F7603573E}"/>
          </ac:picMkLst>
        </pc:picChg>
      </pc:sldChg>
      <pc:sldChg chg="modSp mod">
        <pc:chgData name="斯烔 许" userId="64174e054b0762d6" providerId="LiveId" clId="{9F1B5276-F347-4AA1-AB2C-6E3D6DA9DB2C}" dt="2026-01-20T18:23:42.656" v="638" actId="1076"/>
        <pc:sldMkLst>
          <pc:docMk/>
          <pc:sldMk cId="0" sldId="268"/>
        </pc:sldMkLst>
        <pc:picChg chg="mod">
          <ac:chgData name="斯烔 许" userId="64174e054b0762d6" providerId="LiveId" clId="{9F1B5276-F347-4AA1-AB2C-6E3D6DA9DB2C}" dt="2026-01-20T18:23:42.656" v="638" actId="1076"/>
          <ac:picMkLst>
            <pc:docMk/>
            <pc:sldMk cId="0" sldId="268"/>
            <ac:picMk id="11" creationId="{00000000-0000-0000-0000-000000000000}"/>
          </ac:picMkLst>
        </pc:picChg>
      </pc:sldChg>
      <pc:sldChg chg="modSp mod">
        <pc:chgData name="斯烔 许" userId="64174e054b0762d6" providerId="LiveId" clId="{9F1B5276-F347-4AA1-AB2C-6E3D6DA9DB2C}" dt="2026-01-20T18:23:57.268" v="643" actId="20577"/>
        <pc:sldMkLst>
          <pc:docMk/>
          <pc:sldMk cId="0" sldId="269"/>
        </pc:sldMkLst>
        <pc:spChg chg="mod">
          <ac:chgData name="斯烔 许" userId="64174e054b0762d6" providerId="LiveId" clId="{9F1B5276-F347-4AA1-AB2C-6E3D6DA9DB2C}" dt="2026-01-20T18:23:57.268" v="643" actId="20577"/>
          <ac:spMkLst>
            <pc:docMk/>
            <pc:sldMk cId="0" sldId="269"/>
            <ac:spMk id="5" creationId="{00000000-0000-0000-0000-000000000000}"/>
          </ac:spMkLst>
        </pc:spChg>
        <pc:spChg chg="mod">
          <ac:chgData name="斯烔 许" userId="64174e054b0762d6" providerId="LiveId" clId="{9F1B5276-F347-4AA1-AB2C-6E3D6DA9DB2C}" dt="2026-01-20T18:23:48.533" v="640" actId="20577"/>
          <ac:spMkLst>
            <pc:docMk/>
            <pc:sldMk cId="0" sldId="269"/>
            <ac:spMk id="9" creationId="{00000000-0000-0000-0000-000000000000}"/>
          </ac:spMkLst>
        </pc:spChg>
      </pc:sldChg>
      <pc:sldChg chg="delSp mod">
        <pc:chgData name="斯烔 许" userId="64174e054b0762d6" providerId="LiveId" clId="{9F1B5276-F347-4AA1-AB2C-6E3D6DA9DB2C}" dt="2026-01-20T19:04:08.285" v="1141" actId="478"/>
        <pc:sldMkLst>
          <pc:docMk/>
          <pc:sldMk cId="0" sldId="270"/>
        </pc:sldMkLst>
        <pc:picChg chg="del">
          <ac:chgData name="斯烔 许" userId="64174e054b0762d6" providerId="LiveId" clId="{9F1B5276-F347-4AA1-AB2C-6E3D6DA9DB2C}" dt="2026-01-20T19:04:08.285" v="1141" actId="478"/>
          <ac:picMkLst>
            <pc:docMk/>
            <pc:sldMk cId="0" sldId="270"/>
            <ac:picMk id="6" creationId="{00000000-0000-0000-0000-000000000000}"/>
          </ac:picMkLst>
        </pc:picChg>
      </pc:sldChg>
      <pc:sldChg chg="addSp delSp modSp new mod ord setBg modNotesTx">
        <pc:chgData name="斯烔 许" userId="64174e054b0762d6" providerId="LiveId" clId="{9F1B5276-F347-4AA1-AB2C-6E3D6DA9DB2C}" dt="2026-01-20T18:34:59.050" v="730"/>
        <pc:sldMkLst>
          <pc:docMk/>
          <pc:sldMk cId="1593146666" sldId="271"/>
        </pc:sldMkLst>
        <pc:spChg chg="add del">
          <ac:chgData name="斯烔 许" userId="64174e054b0762d6" providerId="LiveId" clId="{9F1B5276-F347-4AA1-AB2C-6E3D6DA9DB2C}" dt="2026-01-20T17:53:02.699" v="24" actId="22"/>
          <ac:spMkLst>
            <pc:docMk/>
            <pc:sldMk cId="1593146666" sldId="271"/>
            <ac:spMk id="3" creationId="{3DF0664A-FE87-D09D-A249-A4D991D4793D}"/>
          </ac:spMkLst>
        </pc:spChg>
        <pc:spChg chg="add mod">
          <ac:chgData name="斯烔 许" userId="64174e054b0762d6" providerId="LiveId" clId="{9F1B5276-F347-4AA1-AB2C-6E3D6DA9DB2C}" dt="2026-01-20T17:53:07.697" v="25"/>
          <ac:spMkLst>
            <pc:docMk/>
            <pc:sldMk cId="1593146666" sldId="271"/>
            <ac:spMk id="6" creationId="{06A7CCE8-7A15-250D-4958-C21901D817C9}"/>
          </ac:spMkLst>
        </pc:spChg>
        <pc:spChg chg="add mod">
          <ac:chgData name="斯烔 许" userId="64174e054b0762d6" providerId="LiveId" clId="{9F1B5276-F347-4AA1-AB2C-6E3D6DA9DB2C}" dt="2026-01-20T17:53:07.697" v="25"/>
          <ac:spMkLst>
            <pc:docMk/>
            <pc:sldMk cId="1593146666" sldId="271"/>
            <ac:spMk id="7" creationId="{DC6E0439-FC46-9F92-9412-04FB5FB3A831}"/>
          </ac:spMkLst>
        </pc:spChg>
        <pc:spChg chg="add mod">
          <ac:chgData name="斯烔 许" userId="64174e054b0762d6" providerId="LiveId" clId="{9F1B5276-F347-4AA1-AB2C-6E3D6DA9DB2C}" dt="2026-01-20T17:53:07.697" v="25"/>
          <ac:spMkLst>
            <pc:docMk/>
            <pc:sldMk cId="1593146666" sldId="271"/>
            <ac:spMk id="9" creationId="{C5521D17-1022-3953-68DD-D71C1190A6A9}"/>
          </ac:spMkLst>
        </pc:spChg>
        <pc:spChg chg="add mod">
          <ac:chgData name="斯烔 许" userId="64174e054b0762d6" providerId="LiveId" clId="{9F1B5276-F347-4AA1-AB2C-6E3D6DA9DB2C}" dt="2026-01-20T17:53:07.697" v="25"/>
          <ac:spMkLst>
            <pc:docMk/>
            <pc:sldMk cId="1593146666" sldId="271"/>
            <ac:spMk id="10" creationId="{7209BD62-A342-D00D-04FA-21B8BD67A0F7}"/>
          </ac:spMkLst>
        </pc:spChg>
        <pc:spChg chg="add mod">
          <ac:chgData name="斯烔 许" userId="64174e054b0762d6" providerId="LiveId" clId="{9F1B5276-F347-4AA1-AB2C-6E3D6DA9DB2C}" dt="2026-01-20T17:53:07.697" v="25"/>
          <ac:spMkLst>
            <pc:docMk/>
            <pc:sldMk cId="1593146666" sldId="271"/>
            <ac:spMk id="12" creationId="{B2D3DE81-B690-A00E-6A65-DFB307A91924}"/>
          </ac:spMkLst>
        </pc:spChg>
        <pc:spChg chg="add mod">
          <ac:chgData name="斯烔 许" userId="64174e054b0762d6" providerId="LiveId" clId="{9F1B5276-F347-4AA1-AB2C-6E3D6DA9DB2C}" dt="2026-01-20T17:53:07.697" v="25"/>
          <ac:spMkLst>
            <pc:docMk/>
            <pc:sldMk cId="1593146666" sldId="271"/>
            <ac:spMk id="14" creationId="{ECB70C64-884D-044F-A586-FBC5A65FB0FD}"/>
          </ac:spMkLst>
        </pc:spChg>
        <pc:spChg chg="add mod">
          <ac:chgData name="斯烔 许" userId="64174e054b0762d6" providerId="LiveId" clId="{9F1B5276-F347-4AA1-AB2C-6E3D6DA9DB2C}" dt="2026-01-20T18:33:18.840" v="726" actId="20577"/>
          <ac:spMkLst>
            <pc:docMk/>
            <pc:sldMk cId="1593146666" sldId="271"/>
            <ac:spMk id="15" creationId="{6E9B641D-CC7E-B4BB-978A-FEF9EE2BA548}"/>
          </ac:spMkLst>
        </pc:spChg>
        <pc:spChg chg="add mod">
          <ac:chgData name="斯烔 许" userId="64174e054b0762d6" providerId="LiveId" clId="{9F1B5276-F347-4AA1-AB2C-6E3D6DA9DB2C}" dt="2026-01-20T17:53:53.611" v="30"/>
          <ac:spMkLst>
            <pc:docMk/>
            <pc:sldMk cId="1593146666" sldId="271"/>
            <ac:spMk id="17" creationId="{2FDCBD72-3BA8-27B7-23F0-4DA86CB0127C}"/>
          </ac:spMkLst>
        </pc:spChg>
        <pc:spChg chg="add mod">
          <ac:chgData name="斯烔 许" userId="64174e054b0762d6" providerId="LiveId" clId="{9F1B5276-F347-4AA1-AB2C-6E3D6DA9DB2C}" dt="2026-01-20T17:53:53.611" v="30"/>
          <ac:spMkLst>
            <pc:docMk/>
            <pc:sldMk cId="1593146666" sldId="271"/>
            <ac:spMk id="20" creationId="{0BFA85D8-1507-23E9-3CEC-63D90C8A6E99}"/>
          </ac:spMkLst>
        </pc:spChg>
        <pc:spChg chg="add mod">
          <ac:chgData name="斯烔 许" userId="64174e054b0762d6" providerId="LiveId" clId="{9F1B5276-F347-4AA1-AB2C-6E3D6DA9DB2C}" dt="2026-01-20T17:53:53.611" v="30"/>
          <ac:spMkLst>
            <pc:docMk/>
            <pc:sldMk cId="1593146666" sldId="271"/>
            <ac:spMk id="21" creationId="{DB02A13D-642C-7D4F-A8E2-1308A750F61D}"/>
          </ac:spMkLst>
        </pc:spChg>
        <pc:spChg chg="add del mod">
          <ac:chgData name="斯烔 许" userId="64174e054b0762d6" providerId="LiveId" clId="{9F1B5276-F347-4AA1-AB2C-6E3D6DA9DB2C}" dt="2026-01-20T18:19:24.176" v="531" actId="478"/>
          <ac:spMkLst>
            <pc:docMk/>
            <pc:sldMk cId="1593146666" sldId="271"/>
            <ac:spMk id="23" creationId="{B5B52DFB-60BB-A3DE-7F46-03A3170BBD56}"/>
          </ac:spMkLst>
        </pc:spChg>
        <pc:spChg chg="add del mod">
          <ac:chgData name="斯烔 许" userId="64174e054b0762d6" providerId="LiveId" clId="{9F1B5276-F347-4AA1-AB2C-6E3D6DA9DB2C}" dt="2026-01-20T18:19:22.620" v="530" actId="478"/>
          <ac:spMkLst>
            <pc:docMk/>
            <pc:sldMk cId="1593146666" sldId="271"/>
            <ac:spMk id="24" creationId="{0B321238-25EE-7F0B-9DEC-3D59F577F704}"/>
          </ac:spMkLst>
        </pc:spChg>
        <pc:spChg chg="add mod">
          <ac:chgData name="斯烔 许" userId="64174e054b0762d6" providerId="LiveId" clId="{9F1B5276-F347-4AA1-AB2C-6E3D6DA9DB2C}" dt="2026-01-20T17:53:53.611" v="30"/>
          <ac:spMkLst>
            <pc:docMk/>
            <pc:sldMk cId="1593146666" sldId="271"/>
            <ac:spMk id="26" creationId="{F590D608-3770-F3D5-63D6-A6C718334FE6}"/>
          </ac:spMkLst>
        </pc:spChg>
        <pc:spChg chg="add mod">
          <ac:chgData name="斯烔 许" userId="64174e054b0762d6" providerId="LiveId" clId="{9F1B5276-F347-4AA1-AB2C-6E3D6DA9DB2C}" dt="2026-01-20T17:53:53.611" v="30"/>
          <ac:spMkLst>
            <pc:docMk/>
            <pc:sldMk cId="1593146666" sldId="271"/>
            <ac:spMk id="27" creationId="{7396EBC8-EFAD-5F35-FC3F-6031AC182ECA}"/>
          </ac:spMkLst>
        </pc:spChg>
        <pc:spChg chg="add del mod">
          <ac:chgData name="斯烔 许" userId="64174e054b0762d6" providerId="LiveId" clId="{9F1B5276-F347-4AA1-AB2C-6E3D6DA9DB2C}" dt="2026-01-20T18:19:19.959" v="528" actId="478"/>
          <ac:spMkLst>
            <pc:docMk/>
            <pc:sldMk cId="1593146666" sldId="271"/>
            <ac:spMk id="29" creationId="{6D3A809D-16AE-D1D6-F51F-8558A5D72D1A}"/>
          </ac:spMkLst>
        </pc:spChg>
        <pc:spChg chg="add del mod">
          <ac:chgData name="斯烔 许" userId="64174e054b0762d6" providerId="LiveId" clId="{9F1B5276-F347-4AA1-AB2C-6E3D6DA9DB2C}" dt="2026-01-20T18:19:18.605" v="527" actId="478"/>
          <ac:spMkLst>
            <pc:docMk/>
            <pc:sldMk cId="1593146666" sldId="271"/>
            <ac:spMk id="30" creationId="{C4558EF1-2468-E9E6-2EEB-EBA3314E3704}"/>
          </ac:spMkLst>
        </pc:spChg>
        <pc:spChg chg="add mod">
          <ac:chgData name="斯烔 许" userId="64174e054b0762d6" providerId="LiveId" clId="{9F1B5276-F347-4AA1-AB2C-6E3D6DA9DB2C}" dt="2026-01-20T18:19:01.635" v="522" actId="1076"/>
          <ac:spMkLst>
            <pc:docMk/>
            <pc:sldMk cId="1593146666" sldId="271"/>
            <ac:spMk id="31" creationId="{A49016B9-7DA6-809D-A407-0BA2A8B6D734}"/>
          </ac:spMkLst>
        </pc:spChg>
        <pc:picChg chg="add mod">
          <ac:chgData name="斯烔 许" userId="64174e054b0762d6" providerId="LiveId" clId="{9F1B5276-F347-4AA1-AB2C-6E3D6DA9DB2C}" dt="2026-01-20T17:53:07.697" v="25"/>
          <ac:picMkLst>
            <pc:docMk/>
            <pc:sldMk cId="1593146666" sldId="271"/>
            <ac:picMk id="5" creationId="{827916D0-2052-EF3C-09FE-CC1FE9C163E9}"/>
          </ac:picMkLst>
        </pc:picChg>
        <pc:picChg chg="add mod">
          <ac:chgData name="斯烔 许" userId="64174e054b0762d6" providerId="LiveId" clId="{9F1B5276-F347-4AA1-AB2C-6E3D6DA9DB2C}" dt="2026-01-20T17:53:07.697" v="25"/>
          <ac:picMkLst>
            <pc:docMk/>
            <pc:sldMk cId="1593146666" sldId="271"/>
            <ac:picMk id="8" creationId="{E835E12A-730C-7F45-BA91-18F532692A22}"/>
          </ac:picMkLst>
        </pc:picChg>
        <pc:picChg chg="add mod">
          <ac:chgData name="斯烔 许" userId="64174e054b0762d6" providerId="LiveId" clId="{9F1B5276-F347-4AA1-AB2C-6E3D6DA9DB2C}" dt="2026-01-20T17:53:07.697" v="25"/>
          <ac:picMkLst>
            <pc:docMk/>
            <pc:sldMk cId="1593146666" sldId="271"/>
            <ac:picMk id="11" creationId="{2E30132C-5FEA-A416-CF8E-B3423E344929}"/>
          </ac:picMkLst>
        </pc:picChg>
        <pc:picChg chg="add mod">
          <ac:chgData name="斯烔 许" userId="64174e054b0762d6" providerId="LiveId" clId="{9F1B5276-F347-4AA1-AB2C-6E3D6DA9DB2C}" dt="2026-01-20T17:53:07.697" v="25"/>
          <ac:picMkLst>
            <pc:docMk/>
            <pc:sldMk cId="1593146666" sldId="271"/>
            <ac:picMk id="13" creationId="{AADA425A-C6B2-9143-B213-26C9A8496505}"/>
          </ac:picMkLst>
        </pc:picChg>
        <pc:picChg chg="add mod">
          <ac:chgData name="斯烔 许" userId="64174e054b0762d6" providerId="LiveId" clId="{9F1B5276-F347-4AA1-AB2C-6E3D6DA9DB2C}" dt="2026-01-20T17:53:53.611" v="30"/>
          <ac:picMkLst>
            <pc:docMk/>
            <pc:sldMk cId="1593146666" sldId="271"/>
            <ac:picMk id="19" creationId="{45EB7554-8F6D-01E7-75F7-F0A1834D38F2}"/>
          </ac:picMkLst>
        </pc:picChg>
        <pc:picChg chg="add del mod">
          <ac:chgData name="斯烔 许" userId="64174e054b0762d6" providerId="LiveId" clId="{9F1B5276-F347-4AA1-AB2C-6E3D6DA9DB2C}" dt="2026-01-20T18:19:25.096" v="532" actId="478"/>
          <ac:picMkLst>
            <pc:docMk/>
            <pc:sldMk cId="1593146666" sldId="271"/>
            <ac:picMk id="22" creationId="{6DD19D9C-4841-39BB-1AD4-B8AC39D00A7B}"/>
          </ac:picMkLst>
        </pc:picChg>
        <pc:picChg chg="add mod">
          <ac:chgData name="斯烔 许" userId="64174e054b0762d6" providerId="LiveId" clId="{9F1B5276-F347-4AA1-AB2C-6E3D6DA9DB2C}" dt="2026-01-20T17:53:53.611" v="30"/>
          <ac:picMkLst>
            <pc:docMk/>
            <pc:sldMk cId="1593146666" sldId="271"/>
            <ac:picMk id="25" creationId="{59442E82-556A-2A38-66FB-0BD159B03871}"/>
          </ac:picMkLst>
        </pc:picChg>
        <pc:picChg chg="add del mod">
          <ac:chgData name="斯烔 许" userId="64174e054b0762d6" providerId="LiveId" clId="{9F1B5276-F347-4AA1-AB2C-6E3D6DA9DB2C}" dt="2026-01-20T18:19:15.948" v="524" actId="478"/>
          <ac:picMkLst>
            <pc:docMk/>
            <pc:sldMk cId="1593146666" sldId="271"/>
            <ac:picMk id="28" creationId="{340100E0-95B3-AF77-10E0-73313C4A5FC5}"/>
          </ac:picMkLst>
        </pc:picChg>
        <pc:picChg chg="add mod">
          <ac:chgData name="斯烔 许" userId="64174e054b0762d6" providerId="LiveId" clId="{9F1B5276-F347-4AA1-AB2C-6E3D6DA9DB2C}" dt="2026-01-20T18:19:29.349" v="535" actId="1076"/>
          <ac:picMkLst>
            <pc:docMk/>
            <pc:sldMk cId="1593146666" sldId="271"/>
            <ac:picMk id="2049" creationId="{E89DF74B-9E43-A955-6EE7-45D345BE2EF6}"/>
          </ac:picMkLst>
        </pc:picChg>
        <pc:cxnChg chg="add mod">
          <ac:chgData name="斯烔 许" userId="64174e054b0762d6" providerId="LiveId" clId="{9F1B5276-F347-4AA1-AB2C-6E3D6DA9DB2C}" dt="2026-01-20T17:53:07.697" v="25"/>
          <ac:cxnSpMkLst>
            <pc:docMk/>
            <pc:sldMk cId="1593146666" sldId="271"/>
            <ac:cxnSpMk id="4" creationId="{2586DB69-F489-6E47-477B-1EF6B24BC01E}"/>
          </ac:cxnSpMkLst>
        </pc:cxnChg>
        <pc:cxnChg chg="add mod">
          <ac:chgData name="斯烔 许" userId="64174e054b0762d6" providerId="LiveId" clId="{9F1B5276-F347-4AA1-AB2C-6E3D6DA9DB2C}" dt="2026-01-20T17:53:53.611" v="30"/>
          <ac:cxnSpMkLst>
            <pc:docMk/>
            <pc:sldMk cId="1593146666" sldId="271"/>
            <ac:cxnSpMk id="16" creationId="{4E3E72AF-2555-76F0-D283-A8853AF5F07A}"/>
          </ac:cxnSpMkLst>
        </pc:cxnChg>
        <pc:cxnChg chg="add mod">
          <ac:chgData name="斯烔 许" userId="64174e054b0762d6" providerId="LiveId" clId="{9F1B5276-F347-4AA1-AB2C-6E3D6DA9DB2C}" dt="2026-01-20T17:53:53.611" v="30"/>
          <ac:cxnSpMkLst>
            <pc:docMk/>
            <pc:sldMk cId="1593146666" sldId="271"/>
            <ac:cxnSpMk id="18" creationId="{ED8EA1D0-8181-D66A-3528-092467A49F50}"/>
          </ac:cxnSpMkLst>
        </pc:cxnChg>
      </pc:sldChg>
      <pc:sldChg chg="addSp delSp modSp new mod ord setBg">
        <pc:chgData name="斯烔 许" userId="64174e054b0762d6" providerId="LiveId" clId="{9F1B5276-F347-4AA1-AB2C-6E3D6DA9DB2C}" dt="2026-01-20T18:42:55.643" v="758" actId="20577"/>
        <pc:sldMkLst>
          <pc:docMk/>
          <pc:sldMk cId="2645495649" sldId="272"/>
        </pc:sldMkLst>
        <pc:spChg chg="add mod">
          <ac:chgData name="斯烔 许" userId="64174e054b0762d6" providerId="LiveId" clId="{9F1B5276-F347-4AA1-AB2C-6E3D6DA9DB2C}" dt="2026-01-20T18:42:55.643" v="758" actId="20577"/>
          <ac:spMkLst>
            <pc:docMk/>
            <pc:sldMk cId="2645495649" sldId="272"/>
            <ac:spMk id="5" creationId="{11AD9B79-86B9-325A-C087-E1BAB67F6BC6}"/>
          </ac:spMkLst>
        </pc:spChg>
        <pc:picChg chg="add mod">
          <ac:chgData name="斯烔 许" userId="64174e054b0762d6" providerId="LiveId" clId="{9F1B5276-F347-4AA1-AB2C-6E3D6DA9DB2C}" dt="2026-01-20T18:01:34.469" v="57" actId="1076"/>
          <ac:picMkLst>
            <pc:docMk/>
            <pc:sldMk cId="2645495649" sldId="272"/>
            <ac:picMk id="2" creationId="{14615AB4-D95C-E2F8-3337-8BC0F6206764}"/>
          </ac:picMkLst>
        </pc:picChg>
        <pc:picChg chg="add mod">
          <ac:chgData name="斯烔 许" userId="64174e054b0762d6" providerId="LiveId" clId="{9F1B5276-F347-4AA1-AB2C-6E3D6DA9DB2C}" dt="2026-01-20T18:01:02.818" v="45"/>
          <ac:picMkLst>
            <pc:docMk/>
            <pc:sldMk cId="2645495649" sldId="272"/>
            <ac:picMk id="3" creationId="{C4529815-E8C6-7C99-9ACB-3044583C5222}"/>
          </ac:picMkLst>
        </pc:picChg>
        <pc:picChg chg="add del mod">
          <ac:chgData name="斯烔 许" userId="64174e054b0762d6" providerId="LiveId" clId="{9F1B5276-F347-4AA1-AB2C-6E3D6DA9DB2C}" dt="2026-01-20T18:01:21.845" v="53" actId="478"/>
          <ac:picMkLst>
            <pc:docMk/>
            <pc:sldMk cId="2645495649" sldId="272"/>
            <ac:picMk id="4" creationId="{9E67AF71-D596-F3C3-C9B5-AA382E513B78}"/>
          </ac:picMkLst>
        </pc:picChg>
      </pc:sldChg>
      <pc:sldChg chg="addSp modSp new mod ord modAnim">
        <pc:chgData name="斯烔 许" userId="64174e054b0762d6" providerId="LiveId" clId="{9F1B5276-F347-4AA1-AB2C-6E3D6DA9DB2C}" dt="2026-01-20T18:54:17.650" v="910"/>
        <pc:sldMkLst>
          <pc:docMk/>
          <pc:sldMk cId="1623098996" sldId="273"/>
        </pc:sldMkLst>
        <pc:picChg chg="add mod">
          <ac:chgData name="斯烔 许" userId="64174e054b0762d6" providerId="LiveId" clId="{9F1B5276-F347-4AA1-AB2C-6E3D6DA9DB2C}" dt="2026-01-20T18:39:30.480" v="751" actId="14100"/>
          <ac:picMkLst>
            <pc:docMk/>
            <pc:sldMk cId="1623098996" sldId="273"/>
            <ac:picMk id="2" creationId="{CB4D4AB6-A57E-4832-D722-05DB2255B514}"/>
          </ac:picMkLst>
        </pc:picChg>
        <pc:picChg chg="add mod">
          <ac:chgData name="斯烔 许" userId="64174e054b0762d6" providerId="LiveId" clId="{9F1B5276-F347-4AA1-AB2C-6E3D6DA9DB2C}" dt="2026-01-20T18:39:26.357" v="750" actId="14100"/>
          <ac:picMkLst>
            <pc:docMk/>
            <pc:sldMk cId="1623098996" sldId="273"/>
            <ac:picMk id="15" creationId="{7F302C63-85C3-83D3-3A6F-852D4C07FC59}"/>
          </ac:picMkLst>
        </pc:picChg>
        <pc:picChg chg="add mod">
          <ac:chgData name="斯烔 许" userId="64174e054b0762d6" providerId="LiveId" clId="{9F1B5276-F347-4AA1-AB2C-6E3D6DA9DB2C}" dt="2026-01-20T18:39:24.156" v="749" actId="1076"/>
          <ac:picMkLst>
            <pc:docMk/>
            <pc:sldMk cId="1623098996" sldId="273"/>
            <ac:picMk id="17" creationId="{D2BC510D-6560-C675-BD58-637C733D6F1C}"/>
          </ac:picMkLst>
        </pc:picChg>
      </pc:sldChg>
      <pc:sldChg chg="addSp delSp modSp add mod setBg">
        <pc:chgData name="斯烔 许" userId="64174e054b0762d6" providerId="LiveId" clId="{9F1B5276-F347-4AA1-AB2C-6E3D6DA9DB2C}" dt="2026-01-20T19:03:53.509" v="1140" actId="1076"/>
        <pc:sldMkLst>
          <pc:docMk/>
          <pc:sldMk cId="1887065605" sldId="274"/>
        </pc:sldMkLst>
        <pc:spChg chg="add mod">
          <ac:chgData name="斯烔 许" userId="64174e054b0762d6" providerId="LiveId" clId="{9F1B5276-F347-4AA1-AB2C-6E3D6DA9DB2C}" dt="2026-01-20T19:01:47.294" v="955" actId="14100"/>
          <ac:spMkLst>
            <pc:docMk/>
            <pc:sldMk cId="1887065605" sldId="274"/>
            <ac:spMk id="2" creationId="{5BC06FA6-E3E5-52AE-9322-B89BC5C39CE3}"/>
          </ac:spMkLst>
        </pc:spChg>
        <pc:spChg chg="add mod">
          <ac:chgData name="斯烔 许" userId="64174e054b0762d6" providerId="LiveId" clId="{9F1B5276-F347-4AA1-AB2C-6E3D6DA9DB2C}" dt="2026-01-20T19:02:06.365" v="965" actId="1076"/>
          <ac:spMkLst>
            <pc:docMk/>
            <pc:sldMk cId="1887065605" sldId="274"/>
            <ac:spMk id="3" creationId="{2F863B38-5FE6-C33C-4EEE-9B7C691F6058}"/>
          </ac:spMkLst>
        </pc:spChg>
        <pc:spChg chg="add mod">
          <ac:chgData name="斯烔 许" userId="64174e054b0762d6" providerId="LiveId" clId="{9F1B5276-F347-4AA1-AB2C-6E3D6DA9DB2C}" dt="2026-01-20T19:02:30.316" v="976" actId="1076"/>
          <ac:spMkLst>
            <pc:docMk/>
            <pc:sldMk cId="1887065605" sldId="274"/>
            <ac:spMk id="4" creationId="{9602D101-9ABF-A8D9-A1DD-FDAB92EE5747}"/>
          </ac:spMkLst>
        </pc:spChg>
        <pc:spChg chg="add mod">
          <ac:chgData name="斯烔 许" userId="64174e054b0762d6" providerId="LiveId" clId="{9F1B5276-F347-4AA1-AB2C-6E3D6DA9DB2C}" dt="2026-01-20T19:03:53.509" v="1140" actId="1076"/>
          <ac:spMkLst>
            <pc:docMk/>
            <pc:sldMk cId="1887065605" sldId="274"/>
            <ac:spMk id="5" creationId="{BBBEFBB2-C794-AF5A-688E-BB8DA9049C43}"/>
          </ac:spMkLst>
        </pc:spChg>
        <pc:spChg chg="mod">
          <ac:chgData name="斯烔 许" userId="64174e054b0762d6" providerId="LiveId" clId="{9F1B5276-F347-4AA1-AB2C-6E3D6DA9DB2C}" dt="2026-01-20T18:58:20.818" v="924"/>
          <ac:spMkLst>
            <pc:docMk/>
            <pc:sldMk cId="1887065605" sldId="274"/>
            <ac:spMk id="15" creationId="{6E9B641D-CC7E-B4BB-978A-FEF9EE2BA548}"/>
          </ac:spMkLst>
        </pc:spChg>
        <pc:spChg chg="mod">
          <ac:chgData name="斯烔 许" userId="64174e054b0762d6" providerId="LiveId" clId="{9F1B5276-F347-4AA1-AB2C-6E3D6DA9DB2C}" dt="2026-01-20T19:03:42.246" v="1123" actId="20577"/>
          <ac:spMkLst>
            <pc:docMk/>
            <pc:sldMk cId="1887065605" sldId="274"/>
            <ac:spMk id="17" creationId="{2FDCBD72-3BA8-27B7-23F0-4DA86CB0127C}"/>
          </ac:spMkLst>
        </pc:spChg>
        <pc:spChg chg="del">
          <ac:chgData name="斯烔 许" userId="64174e054b0762d6" providerId="LiveId" clId="{9F1B5276-F347-4AA1-AB2C-6E3D6DA9DB2C}" dt="2026-01-20T18:59:28.764" v="936" actId="478"/>
          <ac:spMkLst>
            <pc:docMk/>
            <pc:sldMk cId="1887065605" sldId="274"/>
            <ac:spMk id="20" creationId="{0BFA85D8-1507-23E9-3CEC-63D90C8A6E99}"/>
          </ac:spMkLst>
        </pc:spChg>
        <pc:spChg chg="del">
          <ac:chgData name="斯烔 许" userId="64174e054b0762d6" providerId="LiveId" clId="{9F1B5276-F347-4AA1-AB2C-6E3D6DA9DB2C}" dt="2026-01-20T18:59:28.764" v="936" actId="478"/>
          <ac:spMkLst>
            <pc:docMk/>
            <pc:sldMk cId="1887065605" sldId="274"/>
            <ac:spMk id="21" creationId="{DB02A13D-642C-7D4F-A8E2-1308A750F61D}"/>
          </ac:spMkLst>
        </pc:spChg>
        <pc:spChg chg="del">
          <ac:chgData name="斯烔 许" userId="64174e054b0762d6" providerId="LiveId" clId="{9F1B5276-F347-4AA1-AB2C-6E3D6DA9DB2C}" dt="2026-01-20T18:59:28.764" v="936" actId="478"/>
          <ac:spMkLst>
            <pc:docMk/>
            <pc:sldMk cId="1887065605" sldId="274"/>
            <ac:spMk id="26" creationId="{F590D608-3770-F3D5-63D6-A6C718334FE6}"/>
          </ac:spMkLst>
        </pc:spChg>
        <pc:spChg chg="del">
          <ac:chgData name="斯烔 许" userId="64174e054b0762d6" providerId="LiveId" clId="{9F1B5276-F347-4AA1-AB2C-6E3D6DA9DB2C}" dt="2026-01-20T18:59:28.764" v="936" actId="478"/>
          <ac:spMkLst>
            <pc:docMk/>
            <pc:sldMk cId="1887065605" sldId="274"/>
            <ac:spMk id="27" creationId="{7396EBC8-EFAD-5F35-FC3F-6031AC182ECA}"/>
          </ac:spMkLst>
        </pc:spChg>
        <pc:picChg chg="del">
          <ac:chgData name="斯烔 许" userId="64174e054b0762d6" providerId="LiveId" clId="{9F1B5276-F347-4AA1-AB2C-6E3D6DA9DB2C}" dt="2026-01-20T18:59:28.764" v="936" actId="478"/>
          <ac:picMkLst>
            <pc:docMk/>
            <pc:sldMk cId="1887065605" sldId="274"/>
            <ac:picMk id="19" creationId="{45EB7554-8F6D-01E7-75F7-F0A1834D38F2}"/>
          </ac:picMkLst>
        </pc:picChg>
        <pc:picChg chg="del">
          <ac:chgData name="斯烔 许" userId="64174e054b0762d6" providerId="LiveId" clId="{9F1B5276-F347-4AA1-AB2C-6E3D6DA9DB2C}" dt="2026-01-20T18:59:28.764" v="936" actId="478"/>
          <ac:picMkLst>
            <pc:docMk/>
            <pc:sldMk cId="1887065605" sldId="274"/>
            <ac:picMk id="25" creationId="{59442E82-556A-2A38-66FB-0BD159B03871}"/>
          </ac:picMkLst>
        </pc:picChg>
        <pc:picChg chg="del">
          <ac:chgData name="斯烔 许" userId="64174e054b0762d6" providerId="LiveId" clId="{9F1B5276-F347-4AA1-AB2C-6E3D6DA9DB2C}" dt="2026-01-20T18:59:29.781" v="937" actId="478"/>
          <ac:picMkLst>
            <pc:docMk/>
            <pc:sldMk cId="1887065605" sldId="274"/>
            <ac:picMk id="2049" creationId="{E89DF74B-9E43-A955-6EE7-45D345BE2EF6}"/>
          </ac:picMkLst>
        </pc:picChg>
        <pc:picChg chg="add mod">
          <ac:chgData name="斯烔 许" userId="64174e054b0762d6" providerId="LiveId" clId="{9F1B5276-F347-4AA1-AB2C-6E3D6DA9DB2C}" dt="2026-01-20T19:01:47.655" v="956" actId="14100"/>
          <ac:picMkLst>
            <pc:docMk/>
            <pc:sldMk cId="1887065605" sldId="274"/>
            <ac:picMk id="3073" creationId="{C8965E1C-D6B1-B20A-1E09-8FC563946ABD}"/>
          </ac:picMkLst>
        </pc:picChg>
        <pc:picChg chg="add mod">
          <ac:chgData name="斯烔 许" userId="64174e054b0762d6" providerId="LiveId" clId="{9F1B5276-F347-4AA1-AB2C-6E3D6DA9DB2C}" dt="2026-01-20T19:03:34.337" v="1108" actId="1076"/>
          <ac:picMkLst>
            <pc:docMk/>
            <pc:sldMk cId="1887065605" sldId="274"/>
            <ac:picMk id="3075" creationId="{0C520CEA-FA7F-9F8A-3B02-6675743BD0F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大家好，今天我将向大家汇报我的课程研究</a:t>
            </a:r>
            <a:r>
              <a:rPr lang="en-US" sz="1400" b="0" i="0" u="none" strike="noStrike" dirty="0">
                <a:solidFill>
                  <a:srgbClr val="000000"/>
                </a:solidFill>
              </a:rPr>
              <a:t>——</a:t>
            </a:r>
            <a:r>
              <a:rPr lang="en-US" sz="1400" b="0" i="0" u="none" strike="noStrike" dirty="0" err="1">
                <a:solidFill>
                  <a:srgbClr val="000000"/>
                </a:solidFill>
              </a:rPr>
              <a:t>基于分段动态运动基元的Dobot</a:t>
            </a:r>
            <a:r>
              <a:rPr lang="en-US" sz="1400" b="0" i="0" u="none" strike="noStrike" dirty="0">
                <a:solidFill>
                  <a:srgbClr val="000000"/>
                </a:solidFill>
              </a:rPr>
              <a:t> </a:t>
            </a:r>
            <a:r>
              <a:rPr lang="en-US" sz="1400" b="0" i="0" u="none" strike="noStrike" dirty="0" err="1">
                <a:solidFill>
                  <a:srgbClr val="000000"/>
                </a:solidFill>
              </a:rPr>
              <a:t>Magician机械臂轨迹学习与避障研究</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本次汇报将分为五个部分，首先是项目背景与研究意义，其次是我们使用的平台Dobot Magician的介绍，然后是核心算法的讲解，接着是实验结果的展示，最后是总结与展望。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让我们来看看项目的背景。在智能制造的大趋势下，机械臂的应用日益普及，但传统的示教编程或离线编程方法，在面对复杂多变的任务时，显得力不从心。这就引出了我们研究的核心问题：如何让机械臂像人一样，能够通过学习来掌握新的技能，并在动态环境中自主避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研究的意义主要体现在三个方面：在工业生产中，它能显著提升生产线的柔性和效率；在服务机器人领域，它能让机器人更好地融入我们的生活；同时，在科研教育方面，它也为相关领域的研究提供了新的视角和方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我们的研究是在Dobot Magician这款桌面机械臂上进行的。它小巧灵活，精度高，并且拥有开放的API，非常适合用于算法的快速验证和原型开发。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r>
              <a:rPr lang="zh-CN" altLang="en-US" dirty="0"/>
              <a:t>为确保机械臂在复现过程中能够保留原有运动特征并避开障碍物，本文提出改进的分段</a:t>
            </a:r>
            <a:r>
              <a:rPr lang="en-US" altLang="zh-CN" dirty="0"/>
              <a:t>DMP</a:t>
            </a:r>
            <a:r>
              <a:rPr lang="zh-CN" altLang="en-US" dirty="0"/>
              <a:t>轨迹学习方法</a:t>
            </a:r>
            <a:endParaRPr lang="en-US" altLang="zh-CN" dirty="0"/>
          </a:p>
          <a:p>
            <a:r>
              <a:rPr lang="zh-CN" altLang="en-US" dirty="0"/>
              <a:t>综上所述，</a:t>
            </a:r>
            <a:r>
              <a:rPr lang="en-US" altLang="zh-CN" dirty="0"/>
              <a:t>DMP</a:t>
            </a:r>
            <a:r>
              <a:rPr lang="zh-CN" altLang="en-US" dirty="0"/>
              <a:t>在轨迹学习上的应用已经十分广泛，但是在复现过程中仍存在示教轨迹的形状特征遭到破坏，与原始轨迹相似性不高的问题。因此为利用</a:t>
            </a:r>
            <a:r>
              <a:rPr lang="en-US" altLang="zh-CN" dirty="0"/>
              <a:t>DMP</a:t>
            </a:r>
            <a:r>
              <a:rPr lang="zh-CN" altLang="en-US" dirty="0"/>
              <a:t>模型学习编码得到准确的且回归 到原始轨迹上的避障轨迹，同时保留示教轨迹的形状特征，</a:t>
            </a:r>
          </a:p>
        </p:txBody>
      </p:sp>
      <p:sp>
        <p:nvSpPr>
          <p:cNvPr id="4" name="灯片编号占位符 3"/>
          <p:cNvSpPr>
            <a:spLocks noGrp="1"/>
          </p:cNvSpPr>
          <p:nvPr>
            <p:ph type="sldNum" sz="quarter" idx="5"/>
          </p:nvPr>
        </p:nvSpPr>
        <p:spPr/>
        <p:txBody>
          <a:bodyPr/>
          <a:lstStyle/>
          <a:p>
            <a:fld id="{871B2431-D351-4C6E-A3CF-9DFAC0E3E050}" type="slidenum">
              <a:rPr lang="cs-CZ" smtClean="0"/>
              <a:t>6</a:t>
            </a:fld>
            <a:endParaRPr lang="cs-CZ"/>
          </a:p>
        </p:txBody>
      </p:sp>
    </p:spTree>
    <p:extLst>
      <p:ext uri="{BB962C8B-B14F-4D97-AF65-F5344CB8AC3E}">
        <p14:creationId xmlns:p14="http://schemas.microsoft.com/office/powerpoint/2010/main" val="2820898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rPr lang="zh-CN" altLang="en-US" dirty="0">
                <a:effectLst/>
              </a:rPr>
              <a:t>在介绍</a:t>
            </a:r>
            <a:r>
              <a:rPr lang="en-US" altLang="zh-CN" dirty="0">
                <a:effectLst/>
              </a:rPr>
              <a:t>DMP</a:t>
            </a:r>
            <a:r>
              <a:rPr lang="zh-CN" altLang="en-US" dirty="0">
                <a:effectLst/>
              </a:rPr>
              <a:t>之前，我们需要了解另外两个强大的工具：</a:t>
            </a:r>
            <a:r>
              <a:rPr lang="en-US" altLang="zh-CN" dirty="0">
                <a:effectLst/>
              </a:rPr>
              <a:t>GMM</a:t>
            </a:r>
            <a:r>
              <a:rPr lang="zh-CN" altLang="en-US" dirty="0">
                <a:effectLst/>
              </a:rPr>
              <a:t>和</a:t>
            </a:r>
            <a:r>
              <a:rPr lang="en-US" altLang="zh-CN" dirty="0">
                <a:effectLst/>
              </a:rPr>
              <a:t>GMR</a:t>
            </a:r>
            <a:r>
              <a:rPr lang="zh-CN" altLang="en-US" dirty="0">
                <a:effectLst/>
              </a:rPr>
              <a:t>。首先是高斯混合模型，</a:t>
            </a:r>
            <a:r>
              <a:rPr lang="en-US" altLang="zh-CN" dirty="0">
                <a:effectLst/>
              </a:rPr>
              <a:t>GMM</a:t>
            </a:r>
            <a:r>
              <a:rPr lang="zh-CN" altLang="en-US" dirty="0">
                <a:effectLst/>
              </a:rPr>
              <a:t>。简单来说，</a:t>
            </a:r>
            <a:r>
              <a:rPr lang="en-US" altLang="zh-CN" dirty="0">
                <a:effectLst/>
              </a:rPr>
              <a:t>GMM</a:t>
            </a:r>
            <a:r>
              <a:rPr lang="zh-CN" altLang="en-US" dirty="0">
                <a:effectLst/>
              </a:rPr>
              <a:t>就像是一位聪明的统计学家，它认为任何复杂的数据分布，都可以看作是由几个简单的正态分布（高斯分布）“混合”在一起形成的。在机器人学中，我们用它来分析和建模人类示教的多条轨迹，从中学习出运动的统计规律和变化范围</a:t>
            </a:r>
            <a:endParaRPr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rPr>
              <a:t>有了</a:t>
            </a:r>
            <a:r>
              <a:rPr lang="en-US" altLang="zh-CN" dirty="0">
                <a:effectLst/>
              </a:rPr>
              <a:t>GMM</a:t>
            </a:r>
            <a:r>
              <a:rPr lang="zh-CN" altLang="en-US" dirty="0">
                <a:effectLst/>
              </a:rPr>
              <a:t>这个模型，我们如何用它来生成新的轨迹呢？答案就是高斯混合回归，</a:t>
            </a:r>
            <a:r>
              <a:rPr lang="en-US" altLang="zh-CN" dirty="0">
                <a:effectLst/>
              </a:rPr>
              <a:t>GMR</a:t>
            </a:r>
            <a:r>
              <a:rPr lang="zh-CN" altLang="en-US" dirty="0">
                <a:effectLst/>
              </a:rPr>
              <a:t>。</a:t>
            </a:r>
            <a:r>
              <a:rPr lang="en-US" altLang="zh-CN" dirty="0">
                <a:effectLst/>
              </a:rPr>
              <a:t>GMR</a:t>
            </a:r>
            <a:r>
              <a:rPr lang="zh-CN" altLang="en-US" dirty="0">
                <a:effectLst/>
              </a:rPr>
              <a:t>可以看作是</a:t>
            </a:r>
            <a:r>
              <a:rPr lang="en-US" altLang="zh-CN" dirty="0">
                <a:effectLst/>
              </a:rPr>
              <a:t>GMM</a:t>
            </a:r>
            <a:r>
              <a:rPr lang="zh-CN" altLang="en-US" dirty="0">
                <a:effectLst/>
              </a:rPr>
              <a:t>的“应用层”。它的工作方式是，一旦</a:t>
            </a:r>
            <a:r>
              <a:rPr lang="en-US" altLang="zh-CN" dirty="0">
                <a:effectLst/>
              </a:rPr>
              <a:t>GMM</a:t>
            </a:r>
            <a:r>
              <a:rPr lang="zh-CN" altLang="en-US" dirty="0">
                <a:effectLst/>
              </a:rPr>
              <a:t>学好了数据分布，当我们输入一个新的时间点，</a:t>
            </a:r>
            <a:r>
              <a:rPr lang="en-US" altLang="zh-CN" dirty="0">
                <a:effectLst/>
              </a:rPr>
              <a:t>GMR</a:t>
            </a:r>
            <a:r>
              <a:rPr lang="zh-CN" altLang="en-US" dirty="0">
                <a:effectLst/>
              </a:rPr>
              <a:t>就能根据这个分布，预测出机械臂在该时刻最可能的位置和姿态。这个过程不仅能生成一条平滑的轨迹，还能估计出每个预测点的不确定性，这对于机器人的安全控制非常有价值。</a:t>
            </a:r>
          </a:p>
          <a:p>
            <a:endParaRPr lang="zh-CN" altLang="en-US" dirty="0">
              <a:effectLst/>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r>
              <a:rPr lang="zh-CN" altLang="en-US" dirty="0"/>
              <a:t>为确保机械臂在复现过程中能够保留原有运动特征并避开障碍物，本文提出改进的分段</a:t>
            </a:r>
            <a:r>
              <a:rPr lang="en-US" altLang="zh-CN" dirty="0"/>
              <a:t>DMP</a:t>
            </a:r>
            <a:r>
              <a:rPr lang="zh-CN" altLang="en-US" dirty="0"/>
              <a:t>轨迹学习方法</a:t>
            </a:r>
            <a:endParaRPr lang="en-US" altLang="zh-CN" dirty="0"/>
          </a:p>
          <a:p>
            <a:r>
              <a:rPr lang="zh-CN" altLang="en-US" dirty="0"/>
              <a:t>综上所述，</a:t>
            </a:r>
            <a:r>
              <a:rPr lang="en-US" altLang="zh-CN" dirty="0"/>
              <a:t>DMP</a:t>
            </a:r>
            <a:r>
              <a:rPr lang="zh-CN" altLang="en-US" dirty="0"/>
              <a:t>在轨迹学习上的应用已经十分广泛，但是在复现过程中仍存在示教轨迹的形状特征遭到破坏，与原始轨迹相似性不高的问题。因此为利用</a:t>
            </a:r>
            <a:r>
              <a:rPr lang="en-US" altLang="zh-CN" dirty="0"/>
              <a:t>DMP</a:t>
            </a:r>
            <a:r>
              <a:rPr lang="zh-CN" altLang="en-US" dirty="0"/>
              <a:t>模型学习编码得到准确的且回归 到原始轨迹上的避障轨迹，同时保留示教轨迹的形状特征，</a:t>
            </a:r>
          </a:p>
        </p:txBody>
      </p:sp>
      <p:sp>
        <p:nvSpPr>
          <p:cNvPr id="4" name="灯片编号占位符 3"/>
          <p:cNvSpPr>
            <a:spLocks noGrp="1"/>
          </p:cNvSpPr>
          <p:nvPr>
            <p:ph type="sldNum" sz="quarter" idx="5"/>
          </p:nvPr>
        </p:nvSpPr>
        <p:spPr/>
        <p:txBody>
          <a:bodyPr/>
          <a:lstStyle/>
          <a:p>
            <a:fld id="{871B2431-D351-4C6E-A3CF-9DFAC0E3E050}" type="slidenum">
              <a:rPr lang="cs-CZ" smtClean="0"/>
              <a:t>8</a:t>
            </a:fld>
            <a:endParaRPr lang="cs-CZ"/>
          </a:p>
        </p:txBody>
      </p:sp>
    </p:spTree>
    <p:extLst>
      <p:ext uri="{BB962C8B-B14F-4D97-AF65-F5344CB8AC3E}">
        <p14:creationId xmlns:p14="http://schemas.microsoft.com/office/powerpoint/2010/main" val="29857952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在研究过程中，我们主要面临三个技术挑战：如何高效地学习轨迹，如何精确地控制速度，以及如何实现智能避障。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这是我们系统的整体架构图。可以看到，数据从输入层进入，经过核心算法层的处理，最终由输出层控制机械臂完成任务。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接下来是实验结果。大家可以看到，在有障碍物的环境中，我们的算法（绿线）规划出的路径明显比传统RRT算法（红线）更加平滑和直接。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回顾整个研究过程，我们分三个阶段取得了一些阶段性成果。从算法复现到仿真验证，再到最后的实物实验，我们一步步地推进了研究的进展。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展望未来，我们计划在下学期开展更深入的研究。主要目标包括实现多目标优化、在线学习能力的提升，以及在更复杂的场景下验证算法的性能。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最后，对本次研究进行一个简单的总结。我们提出的方法有效地结合了轨迹学习和避障规划，取得了不错的实验效果。当然，研究还存在一些不足，我们将在未来的工作中继续改进和完善。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我的汇报到此结束，感谢大家的聆听</a:t>
            </a:r>
            <a:r>
              <a:rPr lang="en-US" sz="1400" b="0" i="0" u="none" strike="noStrike">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7.jpe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10.jpeg"/><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jpeg"/><Relationship Id="rId7" Type="http://schemas.openxmlformats.org/officeDocument/2006/relationships/image" Target="../media/image13.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15.svg"/></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9.jpe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26.jpeg"/><Relationship Id="rId4" Type="http://schemas.openxmlformats.org/officeDocument/2006/relationships/image" Target="../media/image25.jpe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28.png"/><Relationship Id="rId7"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 Id="rId9" Type="http://schemas.openxmlformats.org/officeDocument/2006/relationships/image" Target="../media/image32.jpe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35.png"/><Relationship Id="rId4" Type="http://schemas.openxmlformats.org/officeDocument/2006/relationships/image" Target="../media/image34.svg"/></Relationships>
</file>

<file path=ppt/slides/_rels/slide14.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1.png"/><Relationship Id="rId7"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kv"/><Relationship Id="rId1" Type="http://schemas.microsoft.com/office/2007/relationships/media" Target="../media/media1.mkv"/><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44.jpeg"/><Relationship Id="rId4" Type="http://schemas.openxmlformats.org/officeDocument/2006/relationships/image" Target="../media/image43.jpeg"/></Relationships>
</file>

<file path=ppt/slides/_rels/slide17.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1.png"/><Relationship Id="rId7"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2.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99994" y="311354"/>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lang="zh-CN" altLang="en-US"/>
          </a:p>
        </p:txBody>
      </p:sp>
      <p:sp>
        <p:nvSpPr>
          <p:cNvPr id="3" name="AutoShape 3"/>
          <p:cNvSpPr/>
          <p:nvPr/>
        </p:nvSpPr>
        <p:spPr>
          <a:xfrm>
            <a:off x="635000" y="1899976"/>
            <a:ext cx="10922000" cy="1235074"/>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dirty="0" err="1">
                <a:solidFill>
                  <a:srgbClr val="FFFFFF"/>
                </a:solidFill>
                <a:latin typeface="Noto Sans SC"/>
                <a:ea typeface="Noto Sans SC"/>
                <a:cs typeface="Noto Sans SC"/>
                <a:sym typeface="Noto Sans SC"/>
              </a:rPr>
              <a:t>基于分段动态运动基元的Dobot</a:t>
            </a:r>
            <a:r>
              <a:rPr lang="en-US" sz="4000" b="1" i="0" u="none" strike="noStrike" dirty="0">
                <a:solidFill>
                  <a:srgbClr val="FFFFFF"/>
                </a:solidFill>
                <a:latin typeface="Noto Sans SC"/>
                <a:ea typeface="Noto Sans SC"/>
                <a:cs typeface="Noto Sans SC"/>
                <a:sym typeface="Noto Sans SC"/>
              </a:rPr>
              <a:t> </a:t>
            </a:r>
            <a:r>
              <a:rPr lang="en-US" sz="4000" b="1" i="0" u="none" strike="noStrike" dirty="0" err="1">
                <a:solidFill>
                  <a:srgbClr val="FFFFFF"/>
                </a:solidFill>
                <a:latin typeface="Noto Sans SC"/>
                <a:ea typeface="Noto Sans SC"/>
                <a:cs typeface="Noto Sans SC"/>
                <a:sym typeface="Noto Sans SC"/>
              </a:rPr>
              <a:t>Magician机械臂轨迹学习与避障研究</a:t>
            </a:r>
            <a:endParaRPr lang="en-US" sz="1100" dirty="0"/>
          </a:p>
        </p:txBody>
      </p:sp>
      <p:sp>
        <p:nvSpPr>
          <p:cNvPr id="4" name="AutoShape 4"/>
          <p:cNvSpPr/>
          <p:nvPr/>
        </p:nvSpPr>
        <p:spPr>
          <a:xfrm>
            <a:off x="5334000" y="4476459"/>
            <a:ext cx="1524000" cy="38100"/>
          </a:xfrm>
          <a:prstGeom prst="roundRect">
            <a:avLst>
              <a:gd name="adj" fmla="val 0"/>
            </a:avLst>
          </a:prstGeom>
          <a:solidFill>
            <a:srgbClr val="00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635000" y="4610333"/>
            <a:ext cx="1092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dirty="0" err="1">
                <a:solidFill>
                  <a:srgbClr val="00FFFF"/>
                </a:solidFill>
                <a:latin typeface="Noto Sans SC"/>
                <a:ea typeface="Noto Sans SC"/>
                <a:cs typeface="Noto Sans SC"/>
                <a:sym typeface="Noto Sans SC"/>
              </a:rPr>
              <a:t>课程报告</a:t>
            </a:r>
            <a:endParaRPr lang="en-US" sz="1100" dirty="0"/>
          </a:p>
        </p:txBody>
      </p:sp>
      <p:sp>
        <p:nvSpPr>
          <p:cNvPr id="7" name="AutoShape 11">
            <a:extLst>
              <a:ext uri="{FF2B5EF4-FFF2-40B4-BE49-F238E27FC236}">
                <a16:creationId xmlns:a16="http://schemas.microsoft.com/office/drawing/2014/main" id="{E2C0666D-980E-30EB-4295-48F7886BA3A5}"/>
              </a:ext>
            </a:extLst>
          </p:cNvPr>
          <p:cNvSpPr/>
          <p:nvPr/>
        </p:nvSpPr>
        <p:spPr>
          <a:xfrm>
            <a:off x="5003800" y="5241925"/>
            <a:ext cx="2184400" cy="747917"/>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zh-CN" altLang="en-US" sz="2000" dirty="0">
                <a:solidFill>
                  <a:srgbClr val="E5E7EB"/>
                </a:solidFill>
                <a:latin typeface="Noto Sans SC"/>
                <a:ea typeface="Noto Sans SC"/>
                <a:sym typeface="Noto Sans SC"/>
              </a:rPr>
              <a:t>汇报人：许斯烔</a:t>
            </a:r>
            <a:br>
              <a:rPr lang="en-US" altLang="zh-CN" sz="2000" dirty="0">
                <a:solidFill>
                  <a:srgbClr val="E5E7EB"/>
                </a:solidFill>
                <a:latin typeface="Noto Sans SC"/>
                <a:ea typeface="Noto Sans SC"/>
                <a:sym typeface="Noto Sans SC"/>
              </a:rPr>
            </a:br>
            <a:r>
              <a:rPr lang="zh-CN" altLang="en-US" sz="2000" dirty="0">
                <a:solidFill>
                  <a:srgbClr val="E5E7EB"/>
                </a:solidFill>
                <a:latin typeface="Noto Sans SC"/>
                <a:ea typeface="Noto Sans SC"/>
                <a:sym typeface="Noto Sans SC"/>
              </a:rPr>
              <a:t>指导老师：王福杰</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0F1E">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7620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目录</a:t>
            </a:r>
            <a:endParaRPr lang="en-US" sz="1100"/>
          </a:p>
        </p:txBody>
      </p:sp>
      <p:cxnSp>
        <p:nvCxnSpPr>
          <p:cNvPr id="4" name="Connector 4"/>
          <p:cNvCxnSpPr/>
          <p:nvPr/>
        </p:nvCxnSpPr>
        <p:spPr>
          <a:xfrm rot="-34376">
            <a:off x="1016032" y="1454150"/>
            <a:ext cx="1270000" cy="12700"/>
          </a:xfrm>
          <a:prstGeom prst="straightConnector1">
            <a:avLst/>
          </a:prstGeom>
          <a:solidFill>
            <a:srgbClr val="DEE0E3">
              <a:alpha val="100000"/>
            </a:srgbClr>
          </a:solidFill>
          <a:ln w="38100" cap="flat" cmpd="sng">
            <a:solidFill>
              <a:srgbClr val="00FFFF">
                <a:alpha val="100000"/>
              </a:srgbClr>
            </a:solidFill>
            <a:prstDash val="solid"/>
            <a:round/>
            <a:headEnd type="none" w="lg" len="lg"/>
            <a:tailEnd type="none" w="lg" len="lg"/>
          </a:ln>
        </p:spPr>
      </p:cxn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32000"/>
            <a:ext cx="304800" cy="304800"/>
          </a:xfrm>
          <a:prstGeom prst="rect">
            <a:avLst/>
          </a:prstGeom>
        </p:spPr>
      </p:pic>
      <p:sp>
        <p:nvSpPr>
          <p:cNvPr id="6" name="AutoShape 6"/>
          <p:cNvSpPr/>
          <p:nvPr/>
        </p:nvSpPr>
        <p:spPr>
          <a:xfrm>
            <a:off x="1574800" y="2057400"/>
            <a:ext cx="571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01.</a:t>
            </a:r>
            <a:r>
              <a:rPr lang="en-US" sz="1800" b="0" i="0" u="none" strike="noStrike">
                <a:solidFill>
                  <a:srgbClr val="FFFFFF"/>
                </a:solidFill>
                <a:latin typeface="Noto Sans SC"/>
                <a:ea typeface="Noto Sans SC"/>
                <a:cs typeface="Noto Sans SC"/>
                <a:sym typeface="Noto Sans SC"/>
              </a:rPr>
              <a:t>项目背景与研究意义</a:t>
            </a:r>
            <a:endParaRPr lang="en-US" sz="1100"/>
          </a:p>
        </p:txBody>
      </p:sp>
      <p:cxnSp>
        <p:nvCxnSpPr>
          <p:cNvPr id="7" name="Connector 7"/>
          <p:cNvCxnSpPr/>
          <p:nvPr/>
        </p:nvCxnSpPr>
        <p:spPr>
          <a:xfrm rot="-8185">
            <a:off x="1016008" y="2660650"/>
            <a:ext cx="5334000" cy="12700"/>
          </a:xfrm>
          <a:prstGeom prst="straightConnector1">
            <a:avLst/>
          </a:prstGeom>
          <a:solidFill>
            <a:srgbClr val="DEE0E3">
              <a:alpha val="100000"/>
            </a:srgbClr>
          </a:solidFill>
          <a:ln w="12700" cap="flat" cmpd="sng">
            <a:solidFill>
              <a:srgbClr val="00FFFF">
                <a:alpha val="20000"/>
              </a:srgbClr>
            </a:solidFill>
            <a:prstDash val="dash"/>
            <a:round/>
            <a:headEnd type="none" w="med" len="med"/>
            <a:tailEnd type="none" w="med" len="med"/>
          </a:ln>
        </p:spPr>
      </p:cxn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921000"/>
            <a:ext cx="304800" cy="304800"/>
          </a:xfrm>
          <a:prstGeom prst="rect">
            <a:avLst/>
          </a:prstGeom>
        </p:spPr>
      </p:pic>
      <p:sp>
        <p:nvSpPr>
          <p:cNvPr id="9" name="AutoShape 9"/>
          <p:cNvSpPr/>
          <p:nvPr/>
        </p:nvSpPr>
        <p:spPr>
          <a:xfrm>
            <a:off x="1574800" y="2946400"/>
            <a:ext cx="571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02.</a:t>
            </a:r>
            <a:r>
              <a:rPr lang="en-US" sz="1800" b="0" i="0" u="none" strike="noStrike">
                <a:solidFill>
                  <a:srgbClr val="FFFFFF"/>
                </a:solidFill>
                <a:latin typeface="Noto Sans SC"/>
                <a:ea typeface="Noto Sans SC"/>
                <a:cs typeface="Noto Sans SC"/>
                <a:sym typeface="Noto Sans SC"/>
              </a:rPr>
              <a:t>平台介绍：Dobot Magician</a:t>
            </a:r>
            <a:endParaRPr lang="en-US" sz="1100"/>
          </a:p>
        </p:txBody>
      </p:sp>
      <p:cxnSp>
        <p:nvCxnSpPr>
          <p:cNvPr id="10" name="Connector 10"/>
          <p:cNvCxnSpPr/>
          <p:nvPr/>
        </p:nvCxnSpPr>
        <p:spPr>
          <a:xfrm rot="-8185">
            <a:off x="1016008" y="3549650"/>
            <a:ext cx="5334000" cy="12700"/>
          </a:xfrm>
          <a:prstGeom prst="straightConnector1">
            <a:avLst/>
          </a:prstGeom>
          <a:solidFill>
            <a:srgbClr val="DEE0E3">
              <a:alpha val="100000"/>
            </a:srgbClr>
          </a:solidFill>
          <a:ln w="12700" cap="flat" cmpd="sng">
            <a:solidFill>
              <a:srgbClr val="00FFFF">
                <a:alpha val="20000"/>
              </a:srgbClr>
            </a:solidFill>
            <a:prstDash val="dash"/>
            <a:round/>
            <a:headEnd type="none" w="med" len="med"/>
            <a:tailEnd type="none" w="med" len="med"/>
          </a:ln>
        </p:spPr>
      </p:cxn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810000"/>
            <a:ext cx="304800" cy="304800"/>
          </a:xfrm>
          <a:prstGeom prst="rect">
            <a:avLst/>
          </a:prstGeom>
        </p:spPr>
      </p:pic>
      <p:sp>
        <p:nvSpPr>
          <p:cNvPr id="12" name="AutoShape 12"/>
          <p:cNvSpPr/>
          <p:nvPr/>
        </p:nvSpPr>
        <p:spPr>
          <a:xfrm>
            <a:off x="1574800" y="3835400"/>
            <a:ext cx="571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03.</a:t>
            </a:r>
            <a:r>
              <a:rPr lang="en-US" sz="1800" b="0" i="0" u="none" strike="noStrike">
                <a:solidFill>
                  <a:srgbClr val="FFFFFF"/>
                </a:solidFill>
                <a:latin typeface="Noto Sans SC"/>
                <a:ea typeface="Noto Sans SC"/>
                <a:cs typeface="Noto Sans SC"/>
                <a:sym typeface="Noto Sans SC"/>
              </a:rPr>
              <a:t>核心算法：分段动态运动基元</a:t>
            </a:r>
            <a:endParaRPr lang="en-US" sz="1100"/>
          </a:p>
        </p:txBody>
      </p:sp>
      <p:cxnSp>
        <p:nvCxnSpPr>
          <p:cNvPr id="13" name="Connector 13"/>
          <p:cNvCxnSpPr/>
          <p:nvPr/>
        </p:nvCxnSpPr>
        <p:spPr>
          <a:xfrm rot="-8185">
            <a:off x="1016008" y="4438650"/>
            <a:ext cx="5334000" cy="12700"/>
          </a:xfrm>
          <a:prstGeom prst="straightConnector1">
            <a:avLst/>
          </a:prstGeom>
          <a:solidFill>
            <a:srgbClr val="DEE0E3">
              <a:alpha val="100000"/>
            </a:srgbClr>
          </a:solidFill>
          <a:ln w="12700" cap="flat" cmpd="sng">
            <a:solidFill>
              <a:srgbClr val="00FFFF">
                <a:alpha val="20000"/>
              </a:srgbClr>
            </a:solidFill>
            <a:prstDash val="dash"/>
            <a:round/>
            <a:headEnd type="none" w="med" len="med"/>
            <a:tailEnd type="none" w="med" len="med"/>
          </a:ln>
        </p:spPr>
      </p:cxn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699000"/>
            <a:ext cx="304800" cy="304800"/>
          </a:xfrm>
          <a:prstGeom prst="rect">
            <a:avLst/>
          </a:prstGeom>
        </p:spPr>
      </p:pic>
      <p:sp>
        <p:nvSpPr>
          <p:cNvPr id="15" name="AutoShape 15"/>
          <p:cNvSpPr/>
          <p:nvPr/>
        </p:nvSpPr>
        <p:spPr>
          <a:xfrm>
            <a:off x="1574800" y="4724400"/>
            <a:ext cx="571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04.</a:t>
            </a:r>
            <a:r>
              <a:rPr lang="en-US" sz="1800" b="0" i="0" u="none" strike="noStrike">
                <a:solidFill>
                  <a:srgbClr val="FFFFFF"/>
                </a:solidFill>
                <a:latin typeface="Noto Sans SC"/>
                <a:ea typeface="Noto Sans SC"/>
                <a:cs typeface="Noto Sans SC"/>
                <a:sym typeface="Noto Sans SC"/>
              </a:rPr>
              <a:t>实验与结果</a:t>
            </a:r>
            <a:endParaRPr lang="en-US" sz="1100"/>
          </a:p>
        </p:txBody>
      </p:sp>
      <p:cxnSp>
        <p:nvCxnSpPr>
          <p:cNvPr id="16" name="Connector 16"/>
          <p:cNvCxnSpPr/>
          <p:nvPr/>
        </p:nvCxnSpPr>
        <p:spPr>
          <a:xfrm rot="-8185">
            <a:off x="1016008" y="5327650"/>
            <a:ext cx="5334000" cy="12700"/>
          </a:xfrm>
          <a:prstGeom prst="straightConnector1">
            <a:avLst/>
          </a:prstGeom>
          <a:solidFill>
            <a:srgbClr val="DEE0E3">
              <a:alpha val="100000"/>
            </a:srgbClr>
          </a:solidFill>
          <a:ln w="12700" cap="flat" cmpd="sng">
            <a:solidFill>
              <a:srgbClr val="00FFFF">
                <a:alpha val="20000"/>
              </a:srgbClr>
            </a:solidFill>
            <a:prstDash val="dash"/>
            <a:round/>
            <a:headEnd type="none" w="med" len="med"/>
            <a:tailEnd type="none" w="med" len="med"/>
          </a:ln>
        </p:spPr>
      </p:cxnSp>
      <p:pic>
        <p:nvPicPr>
          <p:cNvPr id="17" name="Picture 1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5588000"/>
            <a:ext cx="304800" cy="304800"/>
          </a:xfrm>
          <a:prstGeom prst="rect">
            <a:avLst/>
          </a:prstGeom>
        </p:spPr>
      </p:pic>
      <p:sp>
        <p:nvSpPr>
          <p:cNvPr id="18" name="AutoShape 18"/>
          <p:cNvSpPr/>
          <p:nvPr/>
        </p:nvSpPr>
        <p:spPr>
          <a:xfrm>
            <a:off x="1574800" y="5613400"/>
            <a:ext cx="571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05.</a:t>
            </a:r>
            <a:r>
              <a:rPr lang="en-US" sz="1800" b="0" i="0" u="none" strike="noStrike">
                <a:solidFill>
                  <a:srgbClr val="FFFFFF"/>
                </a:solidFill>
                <a:latin typeface="Noto Sans SC"/>
                <a:ea typeface="Noto Sans SC"/>
                <a:cs typeface="Noto Sans SC"/>
                <a:sym typeface="Noto Sans SC"/>
              </a:rPr>
              <a:t>总结与展望</a:t>
            </a:r>
            <a:endParaRPr lang="en-US" sz="1100"/>
          </a:p>
        </p:txBody>
      </p:sp>
      <p:cxnSp>
        <p:nvCxnSpPr>
          <p:cNvPr id="19" name="Connector 19"/>
          <p:cNvCxnSpPr/>
          <p:nvPr/>
        </p:nvCxnSpPr>
        <p:spPr>
          <a:xfrm rot="5388910">
            <a:off x="5143500" y="3994160"/>
            <a:ext cx="3937000" cy="12700"/>
          </a:xfrm>
          <a:prstGeom prst="straightConnector1">
            <a:avLst/>
          </a:prstGeom>
          <a:solidFill>
            <a:srgbClr val="DEE0E3">
              <a:alpha val="100000"/>
            </a:srgbClr>
          </a:solidFill>
          <a:ln w="12700" cap="flat" cmpd="sng">
            <a:solidFill>
              <a:srgbClr val="00FFFF">
                <a:alpha val="30000"/>
              </a:srgbClr>
            </a:solidFill>
            <a:prstDash val="solid"/>
            <a:round/>
            <a:headEnd type="none" w="med" len="med"/>
            <a:tailEnd type="none" w="med" len="med"/>
          </a:ln>
        </p:spPr>
      </p:cxnSp>
      <p:sp>
        <p:nvSpPr>
          <p:cNvPr id="20" name="AutoShape 20"/>
          <p:cNvSpPr/>
          <p:nvPr/>
        </p:nvSpPr>
        <p:spPr>
          <a:xfrm>
            <a:off x="7620000" y="2057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00FFFF"/>
                </a:solidFill>
                <a:latin typeface="Noto Sans SC"/>
                <a:ea typeface="Noto Sans SC"/>
                <a:cs typeface="Noto Sans SC"/>
                <a:sym typeface="Noto Sans SC"/>
              </a:rPr>
              <a:t>汇报纲要</a:t>
            </a:r>
            <a:endParaRPr lang="en-US" sz="1100"/>
          </a:p>
        </p:txBody>
      </p:sp>
      <p:sp>
        <p:nvSpPr>
          <p:cNvPr id="21" name="AutoShape 21"/>
          <p:cNvSpPr/>
          <p:nvPr/>
        </p:nvSpPr>
        <p:spPr>
          <a:xfrm>
            <a:off x="7620000" y="2667000"/>
            <a:ext cx="3810000" cy="19050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1400" b="0" i="0" u="none" strike="noStrike">
                <a:solidFill>
                  <a:srgbClr val="C8DCFF"/>
                </a:solidFill>
                <a:latin typeface="Noto Sans SC"/>
                <a:ea typeface="Noto Sans SC"/>
                <a:cs typeface="Noto Sans SC"/>
                <a:sym typeface="Noto Sans SC"/>
              </a:rPr>
              <a:t>本次汇报将围绕五个核心部分展开，系统阐述从项目缘起、技术选型、算法创新到最终成果的全过程。</a:t>
            </a:r>
            <a:endParaRPr lang="en-US" sz="1100"/>
          </a:p>
        </p:txBody>
      </p:sp>
      <p:pic>
        <p:nvPicPr>
          <p:cNvPr id="22" name="Picture 2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0" y="4445000"/>
            <a:ext cx="609600" cy="609600"/>
          </a:xfrm>
          <a:prstGeom prst="rect">
            <a:avLst/>
          </a:prstGeom>
        </p:spPr>
      </p:pic>
      <p:sp>
        <p:nvSpPr>
          <p:cNvPr id="23" name="AutoShape 23"/>
          <p:cNvSpPr/>
          <p:nvPr/>
        </p:nvSpPr>
        <p:spPr>
          <a:xfrm>
            <a:off x="8382000" y="4495800"/>
            <a:ext cx="3048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solidFill>
                <a:latin typeface="Noto Sans SC"/>
                <a:ea typeface="Noto Sans SC"/>
                <a:cs typeface="Noto Sans SC"/>
                <a:sym typeface="Noto Sans SC"/>
              </a:rPr>
              <a:t>探索机器人运动控制的未来</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428">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762000"/>
            <a:ext cx="5080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项目背景</a:t>
            </a:r>
            <a:endParaRPr lang="en-US" sz="1100"/>
          </a:p>
        </p:txBody>
      </p:sp>
      <p:sp>
        <p:nvSpPr>
          <p:cNvPr id="4" name="AutoShape 4"/>
          <p:cNvSpPr/>
          <p:nvPr/>
        </p:nvSpPr>
        <p:spPr>
          <a:xfrm>
            <a:off x="1016000" y="1524000"/>
            <a:ext cx="1016000" cy="50800"/>
          </a:xfrm>
          <a:prstGeom prst="roundRect">
            <a:avLst>
              <a:gd name="adj" fmla="val 0"/>
            </a:avLst>
          </a:prstGeom>
          <a:solidFill>
            <a:srgbClr val="00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032000"/>
            <a:ext cx="5080000" cy="22860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1600" b="0" i="0" u="none" strike="noStrike">
                <a:solidFill>
                  <a:srgbClr val="E5E7EB"/>
                </a:solidFill>
                <a:latin typeface="Noto Sans SC"/>
                <a:ea typeface="Noto Sans SC"/>
                <a:cs typeface="Noto Sans SC"/>
                <a:sym typeface="Noto Sans SC"/>
              </a:rPr>
              <a:t>随着工业4.0和智能制造的发展，机械臂在生产和生活中的应用越来越广泛。然而，传统的机械臂编程方式复杂且不灵活，难以适应动态变化的环境。因此，研究机械臂的自主学习和避障能力具有重要的理论和实际意义。</a:t>
            </a:r>
            <a:endParaRPr lang="en-US" sz="1100"/>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572000"/>
            <a:ext cx="304800" cy="304800"/>
          </a:xfrm>
          <a:prstGeom prst="rect">
            <a:avLst/>
          </a:prstGeom>
        </p:spPr>
      </p:pic>
      <p:sp>
        <p:nvSpPr>
          <p:cNvPr id="7" name="AutoShape 7"/>
          <p:cNvSpPr/>
          <p:nvPr/>
        </p:nvSpPr>
        <p:spPr>
          <a:xfrm>
            <a:off x="1524000" y="45974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自主学习与智能避障</a:t>
            </a:r>
            <a:endParaRPr lang="en-US" sz="1100"/>
          </a:p>
        </p:txBody>
      </p:sp>
      <p:cxnSp>
        <p:nvCxnSpPr>
          <p:cNvPr id="8" name="Connector 8"/>
          <p:cNvCxnSpPr/>
          <p:nvPr/>
        </p:nvCxnSpPr>
        <p:spPr>
          <a:xfrm rot="5384373">
            <a:off x="4699000" y="3422664"/>
            <a:ext cx="2794000" cy="12700"/>
          </a:xfrm>
          <a:prstGeom prst="straightConnector1">
            <a:avLst/>
          </a:prstGeom>
          <a:solidFill>
            <a:srgbClr val="DEE0E3">
              <a:alpha val="100000"/>
            </a:srgbClr>
          </a:solidFill>
          <a:ln w="12700" cap="flat" cmpd="sng">
            <a:solidFill>
              <a:srgbClr val="00FFFF">
                <a:alpha val="30000"/>
              </a:srgbClr>
            </a:solidFill>
            <a:prstDash val="dash"/>
            <a:round/>
            <a:headEnd type="none" w="med" len="med"/>
            <a:tailEnd type="none" w="med" len="med"/>
          </a:ln>
        </p:spPr>
      </p:cxnSp>
      <p:pic>
        <p:nvPicPr>
          <p:cNvPr id="9" name="Picture 9"/>
          <p:cNvPicPr>
            <a:picLocks noChangeAspect="1"/>
          </p:cNvPicPr>
          <p:nvPr/>
        </p:nvPicPr>
        <p:blipFill>
          <a:blip r:embed="rId5"/>
          <a:srcRect t="44" b="44"/>
          <a:stretch>
            <a:fillRect/>
          </a:stretch>
        </p:blipFill>
        <p:spPr>
          <a:xfrm>
            <a:off x="6604000" y="2032000"/>
            <a:ext cx="4572000" cy="2571750"/>
          </a:xfrm>
          <a:prstGeom prst="roundRect">
            <a:avLst>
              <a:gd name="adj" fmla="val 3950"/>
            </a:avLst>
          </a:prstGeom>
          <a:noFill/>
          <a:ln w="12700" cap="flat" cmpd="sng">
            <a:solidFill>
              <a:srgbClr val="00FFFF">
                <a:alpha val="100000"/>
              </a:srgbClr>
            </a:solidFill>
            <a:prstDash val="solid"/>
            <a:rou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研究意义</a:t>
            </a:r>
            <a:endParaRPr lang="en-US" sz="1100"/>
          </a:p>
        </p:txBody>
      </p:sp>
      <p:cxnSp>
        <p:nvCxnSpPr>
          <p:cNvPr id="3" name="Connector 3"/>
          <p:cNvCxnSpPr/>
          <p:nvPr/>
        </p:nvCxnSpPr>
        <p:spPr>
          <a:xfrm rot="-15626">
            <a:off x="1016014" y="1454150"/>
            <a:ext cx="2794000" cy="12700"/>
          </a:xfrm>
          <a:prstGeom prst="straightConnector1">
            <a:avLst/>
          </a:prstGeom>
          <a:solidFill>
            <a:srgbClr val="DEE0E3">
              <a:alpha val="100000"/>
            </a:srgbClr>
          </a:solidFill>
          <a:ln w="25400" cap="flat" cmpd="sng">
            <a:solidFill>
              <a:srgbClr val="00FFFF">
                <a:alpha val="100000"/>
              </a:srgbClr>
            </a:solidFill>
            <a:prstDash val="solid"/>
            <a:round/>
            <a:headEnd type="none" w="lg" len="lg"/>
            <a:tailEnd type="none" w="lg" len="lg"/>
          </a:ln>
        </p:spPr>
      </p:cxnSp>
      <p:sp>
        <p:nvSpPr>
          <p:cNvPr id="4" name="AutoShape 4"/>
          <p:cNvSpPr/>
          <p:nvPr/>
        </p:nvSpPr>
        <p:spPr>
          <a:xfrm>
            <a:off x="1016000" y="2032000"/>
            <a:ext cx="3175000" cy="2540000"/>
          </a:xfrm>
          <a:prstGeom prst="roundRect">
            <a:avLst>
              <a:gd name="adj" fmla="val 4000"/>
            </a:avLst>
          </a:prstGeom>
          <a:solidFill>
            <a:srgbClr val="00FFFF">
              <a:alpha val="5000"/>
            </a:srgbClr>
          </a:solidFill>
          <a:ln w="12700" cap="flat" cmpd="sng">
            <a:solidFill>
              <a:srgbClr val="00FFFF">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srcRect t="12518" b="12518"/>
          <a:stretch>
            <a:fillRect/>
          </a:stretch>
        </p:blipFill>
        <p:spPr>
          <a:xfrm>
            <a:off x="1206500" y="2222500"/>
            <a:ext cx="2794000" cy="1397000"/>
          </a:xfrm>
          <a:prstGeom prst="roundRect">
            <a:avLst>
              <a:gd name="adj" fmla="val 5454"/>
            </a:avLst>
          </a:prstGeom>
          <a:noFill/>
          <a:ln w="25400" cap="flat" cmpd="sng">
            <a:noFill/>
            <a:prstDash val="solid"/>
            <a:round/>
          </a:ln>
        </p:spPr>
      </p:pic>
      <p:sp>
        <p:nvSpPr>
          <p:cNvPr id="6" name="AutoShape 6"/>
          <p:cNvSpPr/>
          <p:nvPr/>
        </p:nvSpPr>
        <p:spPr>
          <a:xfrm>
            <a:off x="1206500" y="3746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FFFF"/>
                </a:solidFill>
                <a:latin typeface="Noto Sans SC"/>
                <a:ea typeface="Noto Sans SC"/>
                <a:cs typeface="Noto Sans SC"/>
                <a:sym typeface="Noto Sans SC"/>
              </a:rPr>
              <a:t>工业生产</a:t>
            </a:r>
            <a:endParaRPr lang="en-US" sz="1100"/>
          </a:p>
        </p:txBody>
      </p:sp>
      <p:sp>
        <p:nvSpPr>
          <p:cNvPr id="7" name="AutoShape 7"/>
          <p:cNvSpPr/>
          <p:nvPr/>
        </p:nvSpPr>
        <p:spPr>
          <a:xfrm>
            <a:off x="1206500" y="4127500"/>
            <a:ext cx="2794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E5E7EB"/>
                </a:solidFill>
                <a:latin typeface="Noto Sans SC"/>
                <a:ea typeface="Noto Sans SC"/>
                <a:cs typeface="Noto Sans SC"/>
                <a:sym typeface="Noto Sans SC"/>
              </a:rPr>
              <a:t>提高生产灵活性和效率，降低成本。</a:t>
            </a:r>
            <a:endParaRPr lang="en-US" sz="1100"/>
          </a:p>
        </p:txBody>
      </p:sp>
      <p:sp>
        <p:nvSpPr>
          <p:cNvPr id="8" name="AutoShape 8"/>
          <p:cNvSpPr/>
          <p:nvPr/>
        </p:nvSpPr>
        <p:spPr>
          <a:xfrm>
            <a:off x="4762500" y="2032000"/>
            <a:ext cx="3175000" cy="2540000"/>
          </a:xfrm>
          <a:prstGeom prst="roundRect">
            <a:avLst>
              <a:gd name="adj" fmla="val 4000"/>
            </a:avLst>
          </a:prstGeom>
          <a:solidFill>
            <a:srgbClr val="00FFFF">
              <a:alpha val="5000"/>
            </a:srgbClr>
          </a:solidFill>
          <a:ln w="12700" cap="flat" cmpd="sng">
            <a:solidFill>
              <a:srgbClr val="00FFFF">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4"/>
          <a:srcRect t="30215" b="30215"/>
          <a:stretch>
            <a:fillRect/>
          </a:stretch>
        </p:blipFill>
        <p:spPr>
          <a:xfrm>
            <a:off x="4953000" y="2222500"/>
            <a:ext cx="2794000" cy="1397000"/>
          </a:xfrm>
          <a:prstGeom prst="roundRect">
            <a:avLst>
              <a:gd name="adj" fmla="val 5454"/>
            </a:avLst>
          </a:prstGeom>
          <a:noFill/>
          <a:ln w="25400" cap="flat" cmpd="sng">
            <a:noFill/>
            <a:prstDash val="solid"/>
            <a:round/>
          </a:ln>
        </p:spPr>
      </p:pic>
      <p:sp>
        <p:nvSpPr>
          <p:cNvPr id="10" name="AutoShape 10"/>
          <p:cNvSpPr/>
          <p:nvPr/>
        </p:nvSpPr>
        <p:spPr>
          <a:xfrm>
            <a:off x="4953000" y="3746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00FFFF"/>
                </a:solidFill>
                <a:latin typeface="Noto Sans SC"/>
                <a:ea typeface="Noto Sans SC"/>
                <a:cs typeface="Noto Sans SC"/>
                <a:sym typeface="Noto Sans SC"/>
              </a:rPr>
              <a:t>服务机器人</a:t>
            </a:r>
            <a:endParaRPr lang="en-US" sz="1100" dirty="0"/>
          </a:p>
        </p:txBody>
      </p:sp>
      <p:sp>
        <p:nvSpPr>
          <p:cNvPr id="11" name="AutoShape 11"/>
          <p:cNvSpPr/>
          <p:nvPr/>
        </p:nvSpPr>
        <p:spPr>
          <a:xfrm>
            <a:off x="4953000" y="4127500"/>
            <a:ext cx="2794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dirty="0" err="1">
                <a:solidFill>
                  <a:srgbClr val="E5E7EB"/>
                </a:solidFill>
                <a:latin typeface="Noto Sans SC"/>
                <a:ea typeface="Noto Sans SC"/>
                <a:cs typeface="Noto Sans SC"/>
                <a:sym typeface="Noto Sans SC"/>
              </a:rPr>
              <a:t>更好地适应家庭和办公环境</a:t>
            </a:r>
            <a:r>
              <a:rPr lang="en-US" sz="1400" b="0" i="0" u="none" strike="noStrike" dirty="0">
                <a:solidFill>
                  <a:srgbClr val="E5E7EB"/>
                </a:solidFill>
                <a:latin typeface="Noto Sans SC"/>
                <a:ea typeface="Noto Sans SC"/>
                <a:cs typeface="Noto Sans SC"/>
                <a:sym typeface="Noto Sans SC"/>
              </a:rPr>
              <a:t>。</a:t>
            </a:r>
            <a:endParaRPr lang="en-US" sz="1100" dirty="0"/>
          </a:p>
        </p:txBody>
      </p:sp>
      <p:sp>
        <p:nvSpPr>
          <p:cNvPr id="12" name="AutoShape 12"/>
          <p:cNvSpPr/>
          <p:nvPr/>
        </p:nvSpPr>
        <p:spPr>
          <a:xfrm>
            <a:off x="8509000" y="2032000"/>
            <a:ext cx="3175000" cy="2540000"/>
          </a:xfrm>
          <a:prstGeom prst="roundRect">
            <a:avLst>
              <a:gd name="adj" fmla="val 4000"/>
            </a:avLst>
          </a:prstGeom>
          <a:solidFill>
            <a:srgbClr val="00FFFF">
              <a:alpha val="5000"/>
            </a:srgbClr>
          </a:solidFill>
          <a:ln w="12700" cap="flat" cmpd="sng">
            <a:solidFill>
              <a:srgbClr val="00FFFF">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5"/>
          <a:srcRect t="8333" b="8333"/>
          <a:stretch>
            <a:fillRect/>
          </a:stretch>
        </p:blipFill>
        <p:spPr>
          <a:xfrm>
            <a:off x="8699500" y="2222500"/>
            <a:ext cx="2794000" cy="1397000"/>
          </a:xfrm>
          <a:prstGeom prst="roundRect">
            <a:avLst>
              <a:gd name="adj" fmla="val 5454"/>
            </a:avLst>
          </a:prstGeom>
          <a:noFill/>
          <a:ln w="25400" cap="flat" cmpd="sng">
            <a:noFill/>
            <a:prstDash val="solid"/>
            <a:round/>
          </a:ln>
        </p:spPr>
      </p:pic>
      <p:sp>
        <p:nvSpPr>
          <p:cNvPr id="14" name="AutoShape 14"/>
          <p:cNvSpPr/>
          <p:nvPr/>
        </p:nvSpPr>
        <p:spPr>
          <a:xfrm>
            <a:off x="8699500" y="3746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FFFF"/>
                </a:solidFill>
                <a:latin typeface="Noto Sans SC"/>
                <a:ea typeface="Noto Sans SC"/>
                <a:cs typeface="Noto Sans SC"/>
                <a:sym typeface="Noto Sans SC"/>
              </a:rPr>
              <a:t>科研教育</a:t>
            </a:r>
            <a:endParaRPr lang="en-US" sz="1100"/>
          </a:p>
        </p:txBody>
      </p:sp>
      <p:sp>
        <p:nvSpPr>
          <p:cNvPr id="15" name="AutoShape 15"/>
          <p:cNvSpPr/>
          <p:nvPr/>
        </p:nvSpPr>
        <p:spPr>
          <a:xfrm>
            <a:off x="8699500" y="4127500"/>
            <a:ext cx="2794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E5E7EB"/>
                </a:solidFill>
                <a:latin typeface="Noto Sans SC"/>
                <a:ea typeface="Noto Sans SC"/>
                <a:cs typeface="Noto Sans SC"/>
                <a:sym typeface="Noto Sans SC"/>
              </a:rPr>
              <a:t>为智能控制提供新思路和方法。</a:t>
            </a:r>
            <a:endParaRPr lang="en-US" sz="1100"/>
          </a:p>
        </p:txBody>
      </p:sp>
      <p:cxnSp>
        <p:nvCxnSpPr>
          <p:cNvPr id="16" name="Connector 16"/>
          <p:cNvCxnSpPr/>
          <p:nvPr/>
        </p:nvCxnSpPr>
        <p:spPr>
          <a:xfrm rot="-4297">
            <a:off x="1016004" y="4946650"/>
            <a:ext cx="10160000" cy="12700"/>
          </a:xfrm>
          <a:prstGeom prst="straightConnector1">
            <a:avLst/>
          </a:prstGeom>
          <a:solidFill>
            <a:srgbClr val="DEE0E3">
              <a:alpha val="100000"/>
            </a:srgbClr>
          </a:solidFill>
          <a:ln w="12700" cap="flat" cmpd="sng">
            <a:solidFill>
              <a:srgbClr val="00FFFF">
                <a:alpha val="20000"/>
              </a:srgbClr>
            </a:solidFill>
            <a:prstDash val="dash"/>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762000"/>
            <a:ext cx="762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平台介绍：Dobot Magician</a:t>
            </a:r>
            <a:endParaRPr lang="en-US" sz="1100"/>
          </a:p>
        </p:txBody>
      </p:sp>
      <p:cxnSp>
        <p:nvCxnSpPr>
          <p:cNvPr id="4" name="Connector 4"/>
          <p:cNvCxnSpPr/>
          <p:nvPr/>
        </p:nvCxnSpPr>
        <p:spPr>
          <a:xfrm rot="-8594">
            <a:off x="1016008" y="1466850"/>
            <a:ext cx="5080000" cy="12700"/>
          </a:xfrm>
          <a:prstGeom prst="straightConnector1">
            <a:avLst/>
          </a:prstGeom>
          <a:solidFill>
            <a:srgbClr val="DEE0E3">
              <a:alpha val="100000"/>
            </a:srgbClr>
          </a:solidFill>
          <a:ln w="25400" cap="flat" cmpd="sng">
            <a:solidFill>
              <a:srgbClr val="00FFFF">
                <a:alpha val="100000"/>
              </a:srgbClr>
            </a:solidFill>
            <a:prstDash val="solid"/>
            <a:round/>
            <a:headEnd type="none" w="lg" len="lg"/>
            <a:tailEnd type="none" w="lg" len="lg"/>
          </a:ln>
        </p:spPr>
      </p:cxnSp>
      <p:pic>
        <p:nvPicPr>
          <p:cNvPr id="5" name="Picture 5"/>
          <p:cNvPicPr>
            <a:picLocks noChangeAspect="1"/>
          </p:cNvPicPr>
          <p:nvPr/>
        </p:nvPicPr>
        <p:blipFill>
          <a:blip r:embed="rId3"/>
          <a:srcRect t="15789" b="15789"/>
          <a:stretch>
            <a:fillRect/>
          </a:stretch>
        </p:blipFill>
        <p:spPr>
          <a:xfrm>
            <a:off x="1016000" y="1905000"/>
            <a:ext cx="4826000" cy="3302000"/>
          </a:xfrm>
          <a:prstGeom prst="roundRect">
            <a:avLst>
              <a:gd name="adj" fmla="val 4615"/>
            </a:avLst>
          </a:prstGeom>
          <a:noFill/>
          <a:ln w="12700" cap="flat" cmpd="sng">
            <a:solidFill>
              <a:srgbClr val="00FFFF">
                <a:alpha val="60000"/>
              </a:srgbClr>
            </a:solidFill>
            <a:prstDash val="solid"/>
            <a:round/>
          </a:ln>
        </p:spPr>
      </p:pic>
      <p:sp>
        <p:nvSpPr>
          <p:cNvPr id="6" name="AutoShape 6"/>
          <p:cNvSpPr/>
          <p:nvPr/>
        </p:nvSpPr>
        <p:spPr>
          <a:xfrm>
            <a:off x="6350000" y="19050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FFFF"/>
                </a:solidFill>
                <a:latin typeface="Noto Sans SC"/>
                <a:ea typeface="Noto Sans SC"/>
                <a:cs typeface="Noto Sans SC"/>
                <a:sym typeface="Noto Sans SC"/>
              </a:rPr>
              <a:t>核心特性</a:t>
            </a:r>
            <a:endParaRPr lang="en-US" sz="1100"/>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50000" y="2540000"/>
            <a:ext cx="304800" cy="304800"/>
          </a:xfrm>
          <a:prstGeom prst="rect">
            <a:avLst/>
          </a:prstGeom>
        </p:spPr>
      </p:pic>
      <p:sp>
        <p:nvSpPr>
          <p:cNvPr id="8" name="AutoShape 8"/>
          <p:cNvSpPr/>
          <p:nvPr/>
        </p:nvSpPr>
        <p:spPr>
          <a:xfrm>
            <a:off x="6858000" y="25527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高精度与轻量级</a:t>
            </a:r>
            <a:endParaRPr lang="en-US" sz="1100"/>
          </a:p>
        </p:txBody>
      </p:sp>
      <p:sp>
        <p:nvSpPr>
          <p:cNvPr id="9" name="AutoShape 9"/>
          <p:cNvSpPr/>
          <p:nvPr/>
        </p:nvSpPr>
        <p:spPr>
          <a:xfrm>
            <a:off x="6858000" y="2921000"/>
            <a:ext cx="4318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E5E7EB"/>
                </a:solidFill>
                <a:latin typeface="Noto Sans SC"/>
                <a:ea typeface="Noto Sans SC"/>
                <a:cs typeface="Noto Sans SC"/>
                <a:sym typeface="Noto Sans SC"/>
              </a:rPr>
              <a:t>小巧灵活的桌面机械臂，拥有四个自由度，确保操作精准。</a:t>
            </a:r>
            <a:endParaRPr lang="en-US" sz="1100"/>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50000" y="3683000"/>
            <a:ext cx="304800" cy="304800"/>
          </a:xfrm>
          <a:prstGeom prst="rect">
            <a:avLst/>
          </a:prstGeom>
        </p:spPr>
      </p:pic>
      <p:sp>
        <p:nvSpPr>
          <p:cNvPr id="11" name="AutoShape 11"/>
          <p:cNvSpPr/>
          <p:nvPr/>
        </p:nvSpPr>
        <p:spPr>
          <a:xfrm>
            <a:off x="6858000" y="36957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开源且易于编程</a:t>
            </a:r>
            <a:endParaRPr lang="en-US" sz="1100"/>
          </a:p>
        </p:txBody>
      </p:sp>
      <p:sp>
        <p:nvSpPr>
          <p:cNvPr id="12" name="AutoShape 12"/>
          <p:cNvSpPr/>
          <p:nvPr/>
        </p:nvSpPr>
        <p:spPr>
          <a:xfrm>
            <a:off x="6858000" y="4064000"/>
            <a:ext cx="4318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E5E7EB"/>
                </a:solidFill>
                <a:latin typeface="Noto Sans SC"/>
                <a:ea typeface="Noto Sans SC"/>
                <a:cs typeface="Noto Sans SC"/>
                <a:sym typeface="Noto Sans SC"/>
              </a:rPr>
              <a:t>提供开放API，支持多种编程语言，便于快速开发与验证。</a:t>
            </a:r>
            <a:endParaRPr lang="en-US" sz="1100"/>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50000" y="4826000"/>
            <a:ext cx="304800" cy="304800"/>
          </a:xfrm>
          <a:prstGeom prst="rect">
            <a:avLst/>
          </a:prstGeom>
        </p:spPr>
      </p:pic>
      <p:sp>
        <p:nvSpPr>
          <p:cNvPr id="14" name="AutoShape 14"/>
          <p:cNvSpPr/>
          <p:nvPr/>
        </p:nvSpPr>
        <p:spPr>
          <a:xfrm>
            <a:off x="6858000" y="48387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多功能末端执行器</a:t>
            </a:r>
            <a:endParaRPr lang="en-US" sz="1100"/>
          </a:p>
        </p:txBody>
      </p:sp>
      <p:sp>
        <p:nvSpPr>
          <p:cNvPr id="15" name="AutoShape 15"/>
          <p:cNvSpPr/>
          <p:nvPr/>
        </p:nvSpPr>
        <p:spPr>
          <a:xfrm>
            <a:off x="6858000" y="5207000"/>
            <a:ext cx="4318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E5E7EB"/>
                </a:solidFill>
                <a:latin typeface="Noto Sans SC"/>
                <a:ea typeface="Noto Sans SC"/>
                <a:cs typeface="Noto Sans SC"/>
                <a:sym typeface="Noto Sans SC"/>
              </a:rPr>
              <a:t>兼容夹爪、吸盘等多种工具，适应不同应用场景。</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 name="AutoShape 2">
            <a:extLst>
              <a:ext uri="{FF2B5EF4-FFF2-40B4-BE49-F238E27FC236}">
                <a16:creationId xmlns:a16="http://schemas.microsoft.com/office/drawing/2014/main" id="{6E9B641D-CC7E-B4BB-978A-FEF9EE2BA548}"/>
              </a:ext>
            </a:extLst>
          </p:cNvPr>
          <p:cNvSpPr/>
          <p:nvPr/>
        </p:nvSpPr>
        <p:spPr>
          <a:xfrm>
            <a:off x="1016000" y="762000"/>
            <a:ext cx="10160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FFFFFF"/>
                </a:solidFill>
                <a:latin typeface="Noto Sans SC"/>
                <a:ea typeface="Noto Sans SC"/>
                <a:cs typeface="Noto Sans SC"/>
                <a:sym typeface="Noto Sans SC"/>
              </a:rPr>
              <a:t>核心算法：</a:t>
            </a:r>
            <a:r>
              <a:rPr lang="en-US" sz="3600" b="1" dirty="0" err="1">
                <a:solidFill>
                  <a:srgbClr val="FFFFFF"/>
                </a:solidFill>
                <a:latin typeface="Noto Sans SC"/>
                <a:ea typeface="Noto Sans SC"/>
                <a:sym typeface="Noto Sans SC"/>
              </a:rPr>
              <a:t>动态运动基元</a:t>
            </a:r>
            <a:r>
              <a:rPr lang="en-US" sz="3600" b="1" i="0" u="none" strike="noStrike" dirty="0">
                <a:solidFill>
                  <a:srgbClr val="FFFFFF"/>
                </a:solidFill>
                <a:latin typeface="Noto Sans SC"/>
                <a:ea typeface="Noto Sans SC"/>
                <a:cs typeface="Noto Sans SC"/>
                <a:sym typeface="Noto Sans SC"/>
              </a:rPr>
              <a:t> (DTW)</a:t>
            </a:r>
            <a:endParaRPr lang="en-US" sz="1100" dirty="0"/>
          </a:p>
        </p:txBody>
      </p:sp>
      <p:cxnSp>
        <p:nvCxnSpPr>
          <p:cNvPr id="16" name="Connector 3">
            <a:extLst>
              <a:ext uri="{FF2B5EF4-FFF2-40B4-BE49-F238E27FC236}">
                <a16:creationId xmlns:a16="http://schemas.microsoft.com/office/drawing/2014/main" id="{4E3E72AF-2555-76F0-D283-A8853AF5F07A}"/>
              </a:ext>
            </a:extLst>
          </p:cNvPr>
          <p:cNvCxnSpPr/>
          <p:nvPr/>
        </p:nvCxnSpPr>
        <p:spPr>
          <a:xfrm rot="21591406">
            <a:off x="1016008" y="1619250"/>
            <a:ext cx="5080000" cy="12700"/>
          </a:xfrm>
          <a:prstGeom prst="straightConnector1">
            <a:avLst/>
          </a:prstGeom>
          <a:solidFill>
            <a:srgbClr val="DEE0E3">
              <a:alpha val="100000"/>
            </a:srgbClr>
          </a:solidFill>
          <a:ln w="25400" cap="flat" cmpd="sng">
            <a:solidFill>
              <a:srgbClr val="00FFFF">
                <a:alpha val="100000"/>
              </a:srgbClr>
            </a:solidFill>
            <a:prstDash val="solid"/>
            <a:round/>
            <a:headEnd type="none" w="lg" len="lg"/>
            <a:tailEnd type="none" w="lg" len="lg"/>
          </a:ln>
        </p:spPr>
      </p:cxnSp>
      <p:sp>
        <p:nvSpPr>
          <p:cNvPr id="17" name="AutoShape 4">
            <a:extLst>
              <a:ext uri="{FF2B5EF4-FFF2-40B4-BE49-F238E27FC236}">
                <a16:creationId xmlns:a16="http://schemas.microsoft.com/office/drawing/2014/main" id="{2FDCBD72-3BA8-27B7-23F0-4DA86CB0127C}"/>
              </a:ext>
            </a:extLst>
          </p:cNvPr>
          <p:cNvSpPr/>
          <p:nvPr/>
        </p:nvSpPr>
        <p:spPr>
          <a:xfrm>
            <a:off x="1039674" y="2164396"/>
            <a:ext cx="4963966" cy="896305"/>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zh-CN" altLang="en-US" sz="1600" dirty="0">
                <a:solidFill>
                  <a:srgbClr val="E5E7EB"/>
                </a:solidFill>
                <a:latin typeface="Noto Sans SC"/>
                <a:ea typeface="Noto Sans SC"/>
              </a:rPr>
              <a:t>核心思想：衡量两个时间序列的相似度，即使它们在时间轴上存在速度或节奏差异。</a:t>
            </a:r>
            <a:endParaRPr lang="en-US" sz="1600" dirty="0">
              <a:solidFill>
                <a:srgbClr val="E5E7EB"/>
              </a:solidFill>
              <a:latin typeface="Noto Sans SC"/>
              <a:ea typeface="Noto Sans SC"/>
            </a:endParaRPr>
          </a:p>
        </p:txBody>
      </p:sp>
      <p:cxnSp>
        <p:nvCxnSpPr>
          <p:cNvPr id="18" name="Connector 5">
            <a:extLst>
              <a:ext uri="{FF2B5EF4-FFF2-40B4-BE49-F238E27FC236}">
                <a16:creationId xmlns:a16="http://schemas.microsoft.com/office/drawing/2014/main" id="{ED8EA1D0-8181-D66A-3528-092467A49F50}"/>
              </a:ext>
            </a:extLst>
          </p:cNvPr>
          <p:cNvCxnSpPr/>
          <p:nvPr/>
        </p:nvCxnSpPr>
        <p:spPr>
          <a:xfrm rot="21595703">
            <a:off x="1016004" y="3676650"/>
            <a:ext cx="10160000" cy="12700"/>
          </a:xfrm>
          <a:prstGeom prst="straightConnector1">
            <a:avLst/>
          </a:prstGeom>
          <a:solidFill>
            <a:srgbClr val="DEE0E3">
              <a:alpha val="100000"/>
            </a:srgbClr>
          </a:solidFill>
          <a:ln w="12700" cap="flat" cmpd="sng">
            <a:solidFill>
              <a:srgbClr val="374151">
                <a:alpha val="100000"/>
              </a:srgbClr>
            </a:solidFill>
            <a:prstDash val="dash"/>
            <a:round/>
            <a:headEnd type="none" w="med" len="med"/>
            <a:tailEnd type="none" w="med" len="med"/>
          </a:ln>
        </p:spPr>
      </p:cxnSp>
      <p:sp>
        <p:nvSpPr>
          <p:cNvPr id="31" name="Rectangle 2">
            <a:extLst>
              <a:ext uri="{FF2B5EF4-FFF2-40B4-BE49-F238E27FC236}">
                <a16:creationId xmlns:a16="http://schemas.microsoft.com/office/drawing/2014/main" id="{A49016B9-7DA6-809D-A407-0BA2A8B6D734}"/>
              </a:ext>
            </a:extLst>
          </p:cNvPr>
          <p:cNvSpPr>
            <a:spLocks noChangeArrowheads="1"/>
          </p:cNvSpPr>
          <p:nvPr/>
        </p:nvSpPr>
        <p:spPr bwMode="auto">
          <a:xfrm>
            <a:off x="8820152" y="3282181"/>
            <a:ext cx="599132" cy="50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3075" name="Picture 3">
            <a:extLst>
              <a:ext uri="{FF2B5EF4-FFF2-40B4-BE49-F238E27FC236}">
                <a16:creationId xmlns:a16="http://schemas.microsoft.com/office/drawing/2014/main" id="{0C520CEA-FA7F-9F8A-3B02-6675743BD0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5768" y="1857055"/>
            <a:ext cx="4787900" cy="344011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4">
            <a:extLst>
              <a:ext uri="{FF2B5EF4-FFF2-40B4-BE49-F238E27FC236}">
                <a16:creationId xmlns:a16="http://schemas.microsoft.com/office/drawing/2014/main" id="{2F863B38-5FE6-C33C-4EEE-9B7C691F6058}"/>
              </a:ext>
            </a:extLst>
          </p:cNvPr>
          <p:cNvSpPr>
            <a:spLocks noChangeArrowheads="1"/>
          </p:cNvSpPr>
          <p:nvPr/>
        </p:nvSpPr>
        <p:spPr bwMode="auto">
          <a:xfrm>
            <a:off x="6644443" y="1811336"/>
            <a:ext cx="166975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4" name="Rectangle 5">
            <a:extLst>
              <a:ext uri="{FF2B5EF4-FFF2-40B4-BE49-F238E27FC236}">
                <a16:creationId xmlns:a16="http://schemas.microsoft.com/office/drawing/2014/main" id="{9602D101-9ABF-A8D9-A1DD-FDAB92EE574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E5E7EB"/>
                </a:solidFill>
                <a:effectLst/>
                <a:latin typeface="Noto Sans SC" panose="020B0200000000000000" pitchFamily="34" charset="-122"/>
                <a:ea typeface="Noto Sans SC" panose="020B0200000000000000" pitchFamily="34" charset="-122"/>
              </a:rPr>
              <a:t>在轨迹学习中，用于比较不同速度或长度的示范轨迹，或将新任务与已学习模型对齐。</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 name="AutoShape 4">
            <a:extLst>
              <a:ext uri="{FF2B5EF4-FFF2-40B4-BE49-F238E27FC236}">
                <a16:creationId xmlns:a16="http://schemas.microsoft.com/office/drawing/2014/main" id="{BBBEFBB2-C794-AF5A-688E-BB8DA9049C43}"/>
              </a:ext>
            </a:extLst>
          </p:cNvPr>
          <p:cNvSpPr/>
          <p:nvPr/>
        </p:nvSpPr>
        <p:spPr>
          <a:xfrm>
            <a:off x="958293" y="4423249"/>
            <a:ext cx="5195430" cy="831376"/>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zh-CN" altLang="en-US" sz="1600" dirty="0">
                <a:solidFill>
                  <a:srgbClr val="E5E7EB"/>
                </a:solidFill>
                <a:latin typeface="Noto Sans SC"/>
                <a:ea typeface="Noto Sans SC"/>
              </a:rPr>
              <a:t>应用场景：在轨迹学习中，用于比较不同速度或长度的示范轨迹，或将新的任务与以学习任务对齐</a:t>
            </a:r>
            <a:endParaRPr lang="en-US" sz="1600" dirty="0">
              <a:solidFill>
                <a:srgbClr val="E5E7EB"/>
              </a:solidFill>
              <a:latin typeface="Noto Sans SC"/>
              <a:ea typeface="Noto Sans SC"/>
            </a:endParaRPr>
          </a:p>
        </p:txBody>
      </p:sp>
    </p:spTree>
    <p:extLst>
      <p:ext uri="{BB962C8B-B14F-4D97-AF65-F5344CB8AC3E}">
        <p14:creationId xmlns:p14="http://schemas.microsoft.com/office/powerpoint/2010/main" val="1887065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FFFFFF"/>
                </a:solidFill>
                <a:latin typeface="Noto Sans SC"/>
                <a:ea typeface="Noto Sans SC"/>
                <a:cs typeface="Noto Sans SC"/>
                <a:sym typeface="Noto Sans SC"/>
              </a:rPr>
              <a:t>核心算法</a:t>
            </a:r>
            <a:r>
              <a:rPr lang="en-US" sz="3600" b="1" i="0" u="none" strike="noStrike" dirty="0">
                <a:solidFill>
                  <a:srgbClr val="FFFFFF"/>
                </a:solidFill>
                <a:latin typeface="Noto Sans SC"/>
                <a:ea typeface="Noto Sans SC"/>
                <a:cs typeface="Noto Sans SC"/>
                <a:sym typeface="Noto Sans SC"/>
              </a:rPr>
              <a:t>：</a:t>
            </a:r>
            <a:r>
              <a:rPr lang="zh-CN" altLang="en-US" sz="3600" b="1" i="0" u="none" strike="noStrike" dirty="0">
                <a:solidFill>
                  <a:srgbClr val="FFFFFF"/>
                </a:solidFill>
                <a:latin typeface="Noto Sans SC"/>
                <a:ea typeface="Noto Sans SC"/>
                <a:cs typeface="Noto Sans SC"/>
                <a:sym typeface="Noto Sans SC"/>
              </a:rPr>
              <a:t>高斯混合模型</a:t>
            </a:r>
            <a:r>
              <a:rPr lang="en-US" altLang="zh-CN" sz="3600" b="1" i="0" u="none" strike="noStrike" dirty="0">
                <a:solidFill>
                  <a:srgbClr val="FFFFFF"/>
                </a:solidFill>
                <a:latin typeface="Noto Sans SC"/>
                <a:ea typeface="Noto Sans SC"/>
                <a:cs typeface="Noto Sans SC"/>
                <a:sym typeface="Noto Sans SC"/>
              </a:rPr>
              <a:t>+</a:t>
            </a:r>
            <a:r>
              <a:rPr lang="zh-CN" altLang="en-US" sz="3600" b="1" i="0" u="none" strike="noStrike" dirty="0">
                <a:solidFill>
                  <a:srgbClr val="FFFFFF"/>
                </a:solidFill>
                <a:latin typeface="Noto Sans SC"/>
                <a:ea typeface="Noto Sans SC"/>
                <a:cs typeface="Noto Sans SC"/>
                <a:sym typeface="Noto Sans SC"/>
              </a:rPr>
              <a:t>高斯混合回归</a:t>
            </a:r>
            <a:endParaRPr lang="en-US" sz="1100" dirty="0"/>
          </a:p>
        </p:txBody>
      </p:sp>
      <p:cxnSp>
        <p:nvCxnSpPr>
          <p:cNvPr id="3" name="Connector 3"/>
          <p:cNvCxnSpPr/>
          <p:nvPr/>
        </p:nvCxnSpPr>
        <p:spPr>
          <a:xfrm rot="-8594">
            <a:off x="1016008" y="1619250"/>
            <a:ext cx="5080000" cy="12700"/>
          </a:xfrm>
          <a:prstGeom prst="straightConnector1">
            <a:avLst/>
          </a:prstGeom>
          <a:solidFill>
            <a:srgbClr val="DEE0E3">
              <a:alpha val="100000"/>
            </a:srgbClr>
          </a:solidFill>
          <a:ln w="25400" cap="flat" cmpd="sng">
            <a:solidFill>
              <a:srgbClr val="00FFFF">
                <a:alpha val="100000"/>
              </a:srgbClr>
            </a:solidFill>
            <a:prstDash val="solid"/>
            <a:round/>
            <a:headEnd type="none" w="lg" len="lg"/>
            <a:tailEnd type="none" w="lg" len="lg"/>
          </a:ln>
        </p:spPr>
      </p:cxnSp>
      <p:cxnSp>
        <p:nvCxnSpPr>
          <p:cNvPr id="5" name="Connector 5"/>
          <p:cNvCxnSpPr/>
          <p:nvPr/>
        </p:nvCxnSpPr>
        <p:spPr>
          <a:xfrm rot="-4297">
            <a:off x="1016004" y="3676650"/>
            <a:ext cx="10160000" cy="12700"/>
          </a:xfrm>
          <a:prstGeom prst="straightConnector1">
            <a:avLst/>
          </a:prstGeom>
          <a:solidFill>
            <a:srgbClr val="DEE0E3">
              <a:alpha val="100000"/>
            </a:srgbClr>
          </a:solidFill>
          <a:ln w="12700" cap="flat" cmpd="sng">
            <a:solidFill>
              <a:srgbClr val="374151">
                <a:alpha val="100000"/>
              </a:srgbClr>
            </a:solidFill>
            <a:prstDash val="dash"/>
            <a:round/>
            <a:headEnd type="none" w="med" len="med"/>
            <a:tailEnd type="none" w="med" len="med"/>
          </a:ln>
        </p:spPr>
      </p:cxnSp>
      <p:pic>
        <p:nvPicPr>
          <p:cNvPr id="21" name="图片 20">
            <a:extLst>
              <a:ext uri="{FF2B5EF4-FFF2-40B4-BE49-F238E27FC236}">
                <a16:creationId xmlns:a16="http://schemas.microsoft.com/office/drawing/2014/main" id="{D4ABC555-25D2-212F-9360-E512653EE722}"/>
              </a:ext>
            </a:extLst>
          </p:cNvPr>
          <p:cNvPicPr>
            <a:picLocks noChangeAspect="1"/>
          </p:cNvPicPr>
          <p:nvPr/>
        </p:nvPicPr>
        <p:blipFill>
          <a:blip r:embed="rId3"/>
          <a:stretch>
            <a:fillRect/>
          </a:stretch>
        </p:blipFill>
        <p:spPr>
          <a:xfrm>
            <a:off x="4219391" y="2232637"/>
            <a:ext cx="3686689" cy="4448796"/>
          </a:xfrm>
          <a:prstGeom prst="rect">
            <a:avLst/>
          </a:prstGeom>
        </p:spPr>
      </p:pic>
      <p:pic>
        <p:nvPicPr>
          <p:cNvPr id="23" name="图片 22">
            <a:extLst>
              <a:ext uri="{FF2B5EF4-FFF2-40B4-BE49-F238E27FC236}">
                <a16:creationId xmlns:a16="http://schemas.microsoft.com/office/drawing/2014/main" id="{959A726E-D9B0-5DE7-60C6-A7E8E077A22E}"/>
              </a:ext>
            </a:extLst>
          </p:cNvPr>
          <p:cNvPicPr>
            <a:picLocks noChangeAspect="1"/>
          </p:cNvPicPr>
          <p:nvPr/>
        </p:nvPicPr>
        <p:blipFill>
          <a:blip r:embed="rId4"/>
          <a:stretch>
            <a:fillRect/>
          </a:stretch>
        </p:blipFill>
        <p:spPr>
          <a:xfrm>
            <a:off x="806741" y="2232637"/>
            <a:ext cx="3019929" cy="4448796"/>
          </a:xfrm>
          <a:prstGeom prst="rect">
            <a:avLst/>
          </a:prstGeom>
        </p:spPr>
      </p:pic>
      <p:sp>
        <p:nvSpPr>
          <p:cNvPr id="25" name="文本框 24">
            <a:extLst>
              <a:ext uri="{FF2B5EF4-FFF2-40B4-BE49-F238E27FC236}">
                <a16:creationId xmlns:a16="http://schemas.microsoft.com/office/drawing/2014/main" id="{929EC22E-DAB9-593A-DC29-0EEFC7D85E02}"/>
              </a:ext>
            </a:extLst>
          </p:cNvPr>
          <p:cNvSpPr txBox="1"/>
          <p:nvPr/>
        </p:nvSpPr>
        <p:spPr>
          <a:xfrm>
            <a:off x="1090656" y="1747172"/>
            <a:ext cx="9291594" cy="307777"/>
          </a:xfrm>
          <a:prstGeom prst="rect">
            <a:avLst/>
          </a:prstGeom>
          <a:noFill/>
        </p:spPr>
        <p:txBody>
          <a:bodyPr wrap="square">
            <a:spAutoFit/>
          </a:bodyPr>
          <a:lstStyle/>
          <a:p>
            <a:r>
              <a:rPr lang="en-US" altLang="zh-CN" dirty="0">
                <a:solidFill>
                  <a:srgbClr val="E5E7EB"/>
                </a:solidFill>
                <a:effectLst/>
                <a:latin typeface="Noto Sans SC" panose="020B0200000000000000" pitchFamily="34" charset="-122"/>
                <a:ea typeface="Noto Sans SC" panose="020B0200000000000000" pitchFamily="34" charset="-122"/>
              </a:rPr>
              <a:t>GMM</a:t>
            </a:r>
            <a:r>
              <a:rPr lang="zh-CN" altLang="en-US" dirty="0">
                <a:solidFill>
                  <a:srgbClr val="E5E7EB"/>
                </a:solidFill>
                <a:effectLst/>
                <a:latin typeface="Noto Sans SC" panose="020B0200000000000000" pitchFamily="34" charset="-122"/>
                <a:ea typeface="Noto Sans SC" panose="020B0200000000000000" pitchFamily="34" charset="-122"/>
              </a:rPr>
              <a:t>是一种概率模型，它假设数据是由多个不同参数的高斯分布混合而成，常用于建模多条示范轨迹的分布特征。</a:t>
            </a:r>
            <a:endParaRPr lang="zh-CN" altLang="en-US" dirty="0">
              <a:effectLst/>
            </a:endParaRPr>
          </a:p>
        </p:txBody>
      </p:sp>
      <p:pic>
        <p:nvPicPr>
          <p:cNvPr id="1025" name="Picture 1">
            <a:extLst>
              <a:ext uri="{FF2B5EF4-FFF2-40B4-BE49-F238E27FC236}">
                <a16:creationId xmlns:a16="http://schemas.microsoft.com/office/drawing/2014/main" id="{5EADD0E1-656B-79EA-1199-AB8166509F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91521" y="2208514"/>
            <a:ext cx="3093116" cy="2660011"/>
          </a:xfrm>
          <a:prstGeom prst="rect">
            <a:avLst/>
          </a:prstGeom>
          <a:noFill/>
          <a:extLst>
            <a:ext uri="{909E8E84-426E-40DD-AFC4-6F175D3DCCD1}">
              <a14:hiddenFill xmlns:a14="http://schemas.microsoft.com/office/drawing/2010/main">
                <a:solidFill>
                  <a:srgbClr val="FFFFFF"/>
                </a:solidFill>
              </a14:hiddenFill>
            </a:ext>
          </a:extLst>
        </p:spPr>
      </p:pic>
      <p:sp>
        <p:nvSpPr>
          <p:cNvPr id="26" name="Rectangle 2">
            <a:extLst>
              <a:ext uri="{FF2B5EF4-FFF2-40B4-BE49-F238E27FC236}">
                <a16:creationId xmlns:a16="http://schemas.microsoft.com/office/drawing/2014/main" id="{E1556795-E0E3-D7E6-7ED3-70965E3F15B6}"/>
              </a:ext>
            </a:extLst>
          </p:cNvPr>
          <p:cNvSpPr>
            <a:spLocks noChangeArrowheads="1"/>
          </p:cNvSpPr>
          <p:nvPr/>
        </p:nvSpPr>
        <p:spPr bwMode="auto">
          <a:xfrm>
            <a:off x="2509399" y="3915092"/>
            <a:ext cx="1709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 name="AutoShape 2">
            <a:extLst>
              <a:ext uri="{FF2B5EF4-FFF2-40B4-BE49-F238E27FC236}">
                <a16:creationId xmlns:a16="http://schemas.microsoft.com/office/drawing/2014/main" id="{6E9B641D-CC7E-B4BB-978A-FEF9EE2BA548}"/>
              </a:ext>
            </a:extLst>
          </p:cNvPr>
          <p:cNvSpPr/>
          <p:nvPr/>
        </p:nvSpPr>
        <p:spPr>
          <a:xfrm>
            <a:off x="1016000" y="762000"/>
            <a:ext cx="10160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FFFFFF"/>
                </a:solidFill>
                <a:latin typeface="Noto Sans SC"/>
                <a:ea typeface="Noto Sans SC"/>
                <a:cs typeface="Noto Sans SC"/>
                <a:sym typeface="Noto Sans SC"/>
              </a:rPr>
              <a:t>核心算法：动态运动基元</a:t>
            </a:r>
            <a:r>
              <a:rPr lang="en-US" sz="3600" b="1" i="0" u="none" strike="noStrike" dirty="0">
                <a:solidFill>
                  <a:srgbClr val="FFFFFF"/>
                </a:solidFill>
                <a:latin typeface="Noto Sans SC"/>
                <a:ea typeface="Noto Sans SC"/>
                <a:cs typeface="Noto Sans SC"/>
                <a:sym typeface="Noto Sans SC"/>
              </a:rPr>
              <a:t> (DMP)</a:t>
            </a:r>
            <a:endParaRPr lang="en-US" sz="1100" dirty="0"/>
          </a:p>
        </p:txBody>
      </p:sp>
      <p:cxnSp>
        <p:nvCxnSpPr>
          <p:cNvPr id="16" name="Connector 3">
            <a:extLst>
              <a:ext uri="{FF2B5EF4-FFF2-40B4-BE49-F238E27FC236}">
                <a16:creationId xmlns:a16="http://schemas.microsoft.com/office/drawing/2014/main" id="{4E3E72AF-2555-76F0-D283-A8853AF5F07A}"/>
              </a:ext>
            </a:extLst>
          </p:cNvPr>
          <p:cNvCxnSpPr/>
          <p:nvPr/>
        </p:nvCxnSpPr>
        <p:spPr>
          <a:xfrm rot="21591406">
            <a:off x="1016008" y="1619250"/>
            <a:ext cx="5080000" cy="12700"/>
          </a:xfrm>
          <a:prstGeom prst="straightConnector1">
            <a:avLst/>
          </a:prstGeom>
          <a:solidFill>
            <a:srgbClr val="DEE0E3">
              <a:alpha val="100000"/>
            </a:srgbClr>
          </a:solidFill>
          <a:ln w="25400" cap="flat" cmpd="sng">
            <a:solidFill>
              <a:srgbClr val="00FFFF">
                <a:alpha val="100000"/>
              </a:srgbClr>
            </a:solidFill>
            <a:prstDash val="solid"/>
            <a:round/>
            <a:headEnd type="none" w="lg" len="lg"/>
            <a:tailEnd type="none" w="lg" len="lg"/>
          </a:ln>
        </p:spPr>
      </p:cxnSp>
      <p:sp>
        <p:nvSpPr>
          <p:cNvPr id="17" name="AutoShape 4">
            <a:extLst>
              <a:ext uri="{FF2B5EF4-FFF2-40B4-BE49-F238E27FC236}">
                <a16:creationId xmlns:a16="http://schemas.microsoft.com/office/drawing/2014/main" id="{2FDCBD72-3BA8-27B7-23F0-4DA86CB0127C}"/>
              </a:ext>
            </a:extLst>
          </p:cNvPr>
          <p:cNvSpPr/>
          <p:nvPr/>
        </p:nvSpPr>
        <p:spPr>
          <a:xfrm>
            <a:off x="1016000" y="2032000"/>
            <a:ext cx="9652000" cy="19050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1600" b="0" i="0" u="none" strike="noStrike" dirty="0" err="1">
                <a:solidFill>
                  <a:srgbClr val="E5E7EB"/>
                </a:solidFill>
                <a:latin typeface="Noto Sans SC"/>
                <a:ea typeface="Noto Sans SC"/>
                <a:cs typeface="Noto Sans SC"/>
                <a:sym typeface="Noto Sans SC"/>
              </a:rPr>
              <a:t>动态运动基元（Dynamic</a:t>
            </a:r>
            <a:r>
              <a:rPr lang="en-US" sz="1600" b="0" i="0" u="none" strike="noStrike" dirty="0">
                <a:solidFill>
                  <a:srgbClr val="E5E7EB"/>
                </a:solidFill>
                <a:latin typeface="Noto Sans SC"/>
                <a:ea typeface="Noto Sans SC"/>
                <a:cs typeface="Noto Sans SC"/>
                <a:sym typeface="Noto Sans SC"/>
              </a:rPr>
              <a:t> Movement Primitives, DMP）是一种强大的轨迹表示和生成方法。它将复杂的运动分解为一个缓慢变化的目标点和一个快速衰减的动态系统。通过学习演示轨迹，DMP可以生成具有类似特征的新轨迹，并能对外部扰动和新的目标点做出快速响应。</a:t>
            </a:r>
            <a:endParaRPr lang="en-US" sz="1100" dirty="0"/>
          </a:p>
        </p:txBody>
      </p:sp>
      <p:cxnSp>
        <p:nvCxnSpPr>
          <p:cNvPr id="18" name="Connector 5">
            <a:extLst>
              <a:ext uri="{FF2B5EF4-FFF2-40B4-BE49-F238E27FC236}">
                <a16:creationId xmlns:a16="http://schemas.microsoft.com/office/drawing/2014/main" id="{ED8EA1D0-8181-D66A-3528-092467A49F50}"/>
              </a:ext>
            </a:extLst>
          </p:cNvPr>
          <p:cNvCxnSpPr/>
          <p:nvPr/>
        </p:nvCxnSpPr>
        <p:spPr>
          <a:xfrm rot="21595703">
            <a:off x="1016004" y="3676650"/>
            <a:ext cx="10160000" cy="12700"/>
          </a:xfrm>
          <a:prstGeom prst="straightConnector1">
            <a:avLst/>
          </a:prstGeom>
          <a:solidFill>
            <a:srgbClr val="DEE0E3">
              <a:alpha val="100000"/>
            </a:srgbClr>
          </a:solidFill>
          <a:ln w="12700" cap="flat" cmpd="sng">
            <a:solidFill>
              <a:srgbClr val="374151">
                <a:alpha val="100000"/>
              </a:srgbClr>
            </a:solidFill>
            <a:prstDash val="dash"/>
            <a:round/>
            <a:headEnd type="none" w="med" len="med"/>
            <a:tailEnd type="none" w="med" len="med"/>
          </a:ln>
        </p:spPr>
      </p:cxnSp>
      <p:pic>
        <p:nvPicPr>
          <p:cNvPr id="19" name="Picture 6">
            <a:extLst>
              <a:ext uri="{FF2B5EF4-FFF2-40B4-BE49-F238E27FC236}">
                <a16:creationId xmlns:a16="http://schemas.microsoft.com/office/drawing/2014/main" id="{45EB7554-8F6D-01E7-75F7-F0A1834D38F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064000"/>
            <a:ext cx="304800" cy="304800"/>
          </a:xfrm>
          <a:prstGeom prst="rect">
            <a:avLst/>
          </a:prstGeom>
        </p:spPr>
      </p:pic>
      <p:sp>
        <p:nvSpPr>
          <p:cNvPr id="20" name="AutoShape 7">
            <a:extLst>
              <a:ext uri="{FF2B5EF4-FFF2-40B4-BE49-F238E27FC236}">
                <a16:creationId xmlns:a16="http://schemas.microsoft.com/office/drawing/2014/main" id="{0BFA85D8-1507-23E9-3CEC-63D90C8A6E99}"/>
              </a:ext>
            </a:extLst>
          </p:cNvPr>
          <p:cNvSpPr/>
          <p:nvPr/>
        </p:nvSpPr>
        <p:spPr>
          <a:xfrm>
            <a:off x="1524000" y="40894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强大的轨迹表示</a:t>
            </a:r>
            <a:endParaRPr lang="en-US" sz="1100"/>
          </a:p>
        </p:txBody>
      </p:sp>
      <p:sp>
        <p:nvSpPr>
          <p:cNvPr id="21" name="AutoShape 8">
            <a:extLst>
              <a:ext uri="{FF2B5EF4-FFF2-40B4-BE49-F238E27FC236}">
                <a16:creationId xmlns:a16="http://schemas.microsoft.com/office/drawing/2014/main" id="{DB02A13D-642C-7D4F-A8E2-1308A750F61D}"/>
              </a:ext>
            </a:extLst>
          </p:cNvPr>
          <p:cNvSpPr/>
          <p:nvPr/>
        </p:nvSpPr>
        <p:spPr>
          <a:xfrm>
            <a:off x="1524000" y="4470400"/>
            <a:ext cx="4318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dirty="0" err="1">
                <a:solidFill>
                  <a:srgbClr val="D1D5DB"/>
                </a:solidFill>
                <a:latin typeface="Noto Sans SC"/>
                <a:ea typeface="Noto Sans SC"/>
                <a:cs typeface="Noto Sans SC"/>
                <a:sym typeface="Noto Sans SC"/>
              </a:rPr>
              <a:t>将复杂运动分解为动态系统，便于学习和泛化</a:t>
            </a:r>
            <a:r>
              <a:rPr lang="en-US" sz="1400" b="0" i="0" u="none" strike="noStrike" dirty="0">
                <a:solidFill>
                  <a:srgbClr val="D1D5DB"/>
                </a:solidFill>
                <a:latin typeface="Noto Sans SC"/>
                <a:ea typeface="Noto Sans SC"/>
                <a:cs typeface="Noto Sans SC"/>
                <a:sym typeface="Noto Sans SC"/>
              </a:rPr>
              <a:t>。</a:t>
            </a:r>
            <a:endParaRPr lang="en-US" sz="1100" dirty="0"/>
          </a:p>
        </p:txBody>
      </p:sp>
      <p:pic>
        <p:nvPicPr>
          <p:cNvPr id="25" name="Picture 12">
            <a:extLst>
              <a:ext uri="{FF2B5EF4-FFF2-40B4-BE49-F238E27FC236}">
                <a16:creationId xmlns:a16="http://schemas.microsoft.com/office/drawing/2014/main" id="{59442E82-556A-2A38-66FB-0BD159B0387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207000"/>
            <a:ext cx="304800" cy="304800"/>
          </a:xfrm>
          <a:prstGeom prst="rect">
            <a:avLst/>
          </a:prstGeom>
        </p:spPr>
      </p:pic>
      <p:sp>
        <p:nvSpPr>
          <p:cNvPr id="26" name="AutoShape 13">
            <a:extLst>
              <a:ext uri="{FF2B5EF4-FFF2-40B4-BE49-F238E27FC236}">
                <a16:creationId xmlns:a16="http://schemas.microsoft.com/office/drawing/2014/main" id="{F590D608-3770-F3D5-63D6-A6C718334FE6}"/>
              </a:ext>
            </a:extLst>
          </p:cNvPr>
          <p:cNvSpPr/>
          <p:nvPr/>
        </p:nvSpPr>
        <p:spPr>
          <a:xfrm>
            <a:off x="1524000" y="52324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鲁棒的轨迹生成</a:t>
            </a:r>
            <a:endParaRPr lang="en-US" sz="1100"/>
          </a:p>
        </p:txBody>
      </p:sp>
      <p:sp>
        <p:nvSpPr>
          <p:cNvPr id="27" name="AutoShape 14">
            <a:extLst>
              <a:ext uri="{FF2B5EF4-FFF2-40B4-BE49-F238E27FC236}">
                <a16:creationId xmlns:a16="http://schemas.microsoft.com/office/drawing/2014/main" id="{7396EBC8-EFAD-5F35-FC3F-6031AC182ECA}"/>
              </a:ext>
            </a:extLst>
          </p:cNvPr>
          <p:cNvSpPr/>
          <p:nvPr/>
        </p:nvSpPr>
        <p:spPr>
          <a:xfrm>
            <a:off x="1524000" y="5613400"/>
            <a:ext cx="4318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dirty="0" err="1">
                <a:solidFill>
                  <a:srgbClr val="D1D5DB"/>
                </a:solidFill>
                <a:latin typeface="Noto Sans SC"/>
                <a:ea typeface="Noto Sans SC"/>
                <a:cs typeface="Noto Sans SC"/>
                <a:sym typeface="Noto Sans SC"/>
              </a:rPr>
              <a:t>生成的轨迹平滑且稳定，适用于高精度控制场景</a:t>
            </a:r>
            <a:r>
              <a:rPr lang="en-US" sz="1400" b="0" i="0" u="none" strike="noStrike" dirty="0">
                <a:solidFill>
                  <a:srgbClr val="D1D5DB"/>
                </a:solidFill>
                <a:latin typeface="Noto Sans SC"/>
                <a:ea typeface="Noto Sans SC"/>
                <a:cs typeface="Noto Sans SC"/>
                <a:sym typeface="Noto Sans SC"/>
              </a:rPr>
              <a:t>。</a:t>
            </a:r>
            <a:endParaRPr lang="en-US" sz="1100" dirty="0"/>
          </a:p>
        </p:txBody>
      </p:sp>
      <p:pic>
        <p:nvPicPr>
          <p:cNvPr id="2049" name="Picture 1">
            <a:extLst>
              <a:ext uri="{FF2B5EF4-FFF2-40B4-BE49-F238E27FC236}">
                <a16:creationId xmlns:a16="http://schemas.microsoft.com/office/drawing/2014/main" id="{E89DF74B-9E43-A955-6EE7-45D345BE2EF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98447" y="3702050"/>
            <a:ext cx="4443410" cy="3010051"/>
          </a:xfrm>
          <a:prstGeom prst="rect">
            <a:avLst/>
          </a:prstGeom>
          <a:noFill/>
          <a:extLst>
            <a:ext uri="{909E8E84-426E-40DD-AFC4-6F175D3DCCD1}">
              <a14:hiddenFill xmlns:a14="http://schemas.microsoft.com/office/drawing/2010/main">
                <a:solidFill>
                  <a:srgbClr val="FFFFFF"/>
                </a:solidFill>
              </a14:hiddenFill>
            </a:ext>
          </a:extLst>
        </p:spPr>
      </p:pic>
      <p:sp>
        <p:nvSpPr>
          <p:cNvPr id="31" name="Rectangle 2">
            <a:extLst>
              <a:ext uri="{FF2B5EF4-FFF2-40B4-BE49-F238E27FC236}">
                <a16:creationId xmlns:a16="http://schemas.microsoft.com/office/drawing/2014/main" id="{A49016B9-7DA6-809D-A407-0BA2A8B6D734}"/>
              </a:ext>
            </a:extLst>
          </p:cNvPr>
          <p:cNvSpPr>
            <a:spLocks noChangeArrowheads="1"/>
          </p:cNvSpPr>
          <p:nvPr/>
        </p:nvSpPr>
        <p:spPr bwMode="auto">
          <a:xfrm>
            <a:off x="8820152" y="3282181"/>
            <a:ext cx="599132" cy="50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593146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4615AB4-D95C-E2F8-3337-8BC0F6206764}"/>
              </a:ext>
            </a:extLst>
          </p:cNvPr>
          <p:cNvPicPr>
            <a:picLocks noChangeAspect="1"/>
          </p:cNvPicPr>
          <p:nvPr/>
        </p:nvPicPr>
        <p:blipFill>
          <a:blip r:embed="rId2"/>
          <a:stretch>
            <a:fillRect/>
          </a:stretch>
        </p:blipFill>
        <p:spPr>
          <a:xfrm>
            <a:off x="255260" y="417515"/>
            <a:ext cx="5840740" cy="5870570"/>
          </a:xfrm>
          <a:prstGeom prst="rect">
            <a:avLst/>
          </a:prstGeom>
        </p:spPr>
      </p:pic>
      <p:sp>
        <p:nvSpPr>
          <p:cNvPr id="5" name="AutoShape 14">
            <a:extLst>
              <a:ext uri="{FF2B5EF4-FFF2-40B4-BE49-F238E27FC236}">
                <a16:creationId xmlns:a16="http://schemas.microsoft.com/office/drawing/2014/main" id="{11AD9B79-86B9-325A-C087-E1BAB67F6BC6}"/>
              </a:ext>
            </a:extLst>
          </p:cNvPr>
          <p:cNvSpPr/>
          <p:nvPr/>
        </p:nvSpPr>
        <p:spPr>
          <a:xfrm>
            <a:off x="6299199" y="2733963"/>
            <a:ext cx="5449455" cy="3186546"/>
          </a:xfrm>
          <a:prstGeom prst="rect">
            <a:avLst/>
          </a:prstGeom>
          <a:noFill/>
          <a:ln w="12700" cap="flat" cmpd="sng">
            <a:noFill/>
            <a:prstDash val="solid"/>
            <a:round/>
          </a:ln>
        </p:spPr>
        <p:txBody>
          <a:bodyPr vert="horz" wrap="square" lIns="0" tIns="0" rIns="0" bIns="0" rtlCol="0" anchor="t" anchorCtr="0"/>
          <a:lstStyle/>
          <a:p>
            <a:pPr>
              <a:lnSpc>
                <a:spcPct val="133333"/>
              </a:lnSpc>
              <a:defRPr/>
            </a:pPr>
            <a:r>
              <a:rPr lang="zh-CN" altLang="en-US" sz="1600" dirty="0">
                <a:solidFill>
                  <a:srgbClr val="E5E7EB"/>
                </a:solidFill>
                <a:latin typeface="Noto Sans SC"/>
                <a:ea typeface="Noto Sans SC"/>
              </a:rPr>
              <a:t>上面这是由增量式</a:t>
            </a:r>
            <a:r>
              <a:rPr lang="en-US" altLang="zh-CN" sz="1600" dirty="0">
                <a:solidFill>
                  <a:srgbClr val="E5E7EB"/>
                </a:solidFill>
                <a:latin typeface="Noto Sans SC"/>
                <a:ea typeface="Noto Sans SC"/>
              </a:rPr>
              <a:t>GMM+GMR+DMP</a:t>
            </a:r>
            <a:r>
              <a:rPr lang="zh-CN" altLang="en-US" sz="1600" dirty="0">
                <a:solidFill>
                  <a:srgbClr val="E5E7EB"/>
                </a:solidFill>
                <a:latin typeface="Noto Sans SC"/>
                <a:ea typeface="Noto Sans SC"/>
              </a:rPr>
              <a:t>生成的曲线，红色为学习后，设置新起点和新终点生成的路径</a:t>
            </a:r>
            <a:endParaRPr lang="en-US" altLang="zh-CN" sz="1600" dirty="0">
              <a:solidFill>
                <a:srgbClr val="E5E7EB"/>
              </a:solidFill>
              <a:latin typeface="Noto Sans SC"/>
              <a:ea typeface="Noto Sans SC"/>
            </a:endParaRPr>
          </a:p>
          <a:p>
            <a:pPr>
              <a:lnSpc>
                <a:spcPct val="133333"/>
              </a:lnSpc>
              <a:defRPr/>
            </a:pPr>
            <a:endParaRPr lang="en-US" sz="1600" dirty="0">
              <a:solidFill>
                <a:srgbClr val="E5E7EB"/>
              </a:solidFill>
              <a:latin typeface="Noto Sans SC"/>
              <a:ea typeface="Noto Sans SC"/>
            </a:endParaRPr>
          </a:p>
          <a:p>
            <a:pPr>
              <a:lnSpc>
                <a:spcPct val="133333"/>
              </a:lnSpc>
              <a:defRPr/>
            </a:pPr>
            <a:r>
              <a:rPr lang="zh-CN" altLang="en-US" sz="1600" dirty="0">
                <a:solidFill>
                  <a:srgbClr val="E5E7EB"/>
                </a:solidFill>
                <a:latin typeface="Noto Sans SC"/>
                <a:ea typeface="Noto Sans SC"/>
              </a:rPr>
              <a:t>但为确保机械臂在复现过程中能够保留原有运动特征并避开障碍物，提出改进的分段</a:t>
            </a:r>
            <a:r>
              <a:rPr lang="en-US" altLang="zh-CN" sz="1600" dirty="0">
                <a:solidFill>
                  <a:srgbClr val="E5E7EB"/>
                </a:solidFill>
                <a:latin typeface="Noto Sans SC"/>
                <a:ea typeface="Noto Sans SC"/>
              </a:rPr>
              <a:t>DMP</a:t>
            </a:r>
            <a:r>
              <a:rPr lang="zh-CN" altLang="en-US" sz="1600" dirty="0">
                <a:solidFill>
                  <a:srgbClr val="E5E7EB"/>
                </a:solidFill>
                <a:latin typeface="Noto Sans SC"/>
                <a:ea typeface="Noto Sans SC"/>
              </a:rPr>
              <a:t>轨迹学习方法</a:t>
            </a:r>
            <a:endParaRPr lang="en-US" sz="1600" dirty="0">
              <a:solidFill>
                <a:srgbClr val="E5E7EB"/>
              </a:solidFill>
              <a:latin typeface="Noto Sans SC"/>
              <a:ea typeface="Noto Sans SC"/>
            </a:endParaRPr>
          </a:p>
        </p:txBody>
      </p:sp>
    </p:spTree>
    <p:extLst>
      <p:ext uri="{BB962C8B-B14F-4D97-AF65-F5344CB8AC3E}">
        <p14:creationId xmlns:p14="http://schemas.microsoft.com/office/powerpoint/2010/main" val="2645495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0A14">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762000"/>
            <a:ext cx="5080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技术挑战</a:t>
            </a:r>
            <a:endParaRPr lang="en-US" sz="1100"/>
          </a:p>
        </p:txBody>
      </p:sp>
      <p:cxnSp>
        <p:nvCxnSpPr>
          <p:cNvPr id="4" name="Connector 4"/>
          <p:cNvCxnSpPr/>
          <p:nvPr/>
        </p:nvCxnSpPr>
        <p:spPr>
          <a:xfrm rot="-4297">
            <a:off x="1016004" y="1517650"/>
            <a:ext cx="10160000" cy="12700"/>
          </a:xfrm>
          <a:prstGeom prst="straightConnector1">
            <a:avLst/>
          </a:prstGeom>
          <a:solidFill>
            <a:srgbClr val="DEE0E3">
              <a:alpha val="100000"/>
            </a:srgbClr>
          </a:solidFill>
          <a:ln w="12700" cap="flat" cmpd="sng">
            <a:solidFill>
              <a:srgbClr val="00FFFF">
                <a:alpha val="30000"/>
              </a:srgbClr>
            </a:solidFill>
            <a:prstDash val="solid"/>
            <a:round/>
            <a:headEnd type="none" w="med" len="med"/>
            <a:tailEnd type="none" w="med" len="med"/>
          </a:ln>
        </p:spPr>
      </p:cxnSp>
      <p:sp>
        <p:nvSpPr>
          <p:cNvPr id="5" name="AutoShape 5"/>
          <p:cNvSpPr/>
          <p:nvPr/>
        </p:nvSpPr>
        <p:spPr>
          <a:xfrm>
            <a:off x="1016000" y="2032000"/>
            <a:ext cx="3175000" cy="2794000"/>
          </a:xfrm>
          <a:prstGeom prst="roundRect">
            <a:avLst>
              <a:gd name="adj" fmla="val 3636"/>
            </a:avLst>
          </a:prstGeom>
          <a:solidFill>
            <a:srgbClr val="00FFFF">
              <a:alpha val="5000"/>
            </a:srgbClr>
          </a:solidFill>
          <a:ln w="12700" cap="flat" cmpd="sng">
            <a:solidFill>
              <a:srgbClr val="00F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srcRect/>
          <a:stretch>
            <a:fillRect/>
          </a:stretch>
        </p:blipFill>
        <p:spPr>
          <a:xfrm>
            <a:off x="2197100" y="2286000"/>
            <a:ext cx="812800" cy="812800"/>
          </a:xfrm>
          <a:prstGeom prst="ellipse">
            <a:avLst/>
          </a:prstGeom>
          <a:noFill/>
          <a:ln w="25400" cap="flat" cmpd="sng">
            <a:noFill/>
            <a:prstDash val="solid"/>
            <a:round/>
          </a:ln>
        </p:spPr>
      </p:pic>
      <p:sp>
        <p:nvSpPr>
          <p:cNvPr id="7" name="AutoShape 7"/>
          <p:cNvSpPr/>
          <p:nvPr/>
        </p:nvSpPr>
        <p:spPr>
          <a:xfrm>
            <a:off x="1016000" y="3302000"/>
            <a:ext cx="3175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FFFF"/>
                </a:solidFill>
                <a:latin typeface="Noto Sans SC"/>
                <a:ea typeface="Noto Sans SC"/>
                <a:cs typeface="Noto Sans SC"/>
                <a:sym typeface="Noto Sans SC"/>
              </a:rPr>
              <a:t>轨迹学习</a:t>
            </a:r>
            <a:endParaRPr lang="en-US" sz="1100"/>
          </a:p>
        </p:txBody>
      </p:sp>
      <p:sp>
        <p:nvSpPr>
          <p:cNvPr id="8" name="AutoShape 8"/>
          <p:cNvSpPr/>
          <p:nvPr/>
        </p:nvSpPr>
        <p:spPr>
          <a:xfrm>
            <a:off x="1206500" y="3810000"/>
            <a:ext cx="2794000" cy="558800"/>
          </a:xfrm>
          <a:prstGeom prst="rect">
            <a:avLst/>
          </a:prstGeom>
          <a:noFill/>
          <a:ln w="12700" cap="flat" cmpd="sng">
            <a:noFill/>
            <a:prstDash val="solid"/>
            <a:round/>
          </a:ln>
        </p:spPr>
        <p:txBody>
          <a:bodyPr vert="horz" wrap="square" lIns="0" tIns="0" rIns="0" bIns="0" rtlCol="0" anchor="t" anchorCtr="0"/>
          <a:lstStyle/>
          <a:p>
            <a:pPr indent="0" algn="ctr">
              <a:lnSpc>
                <a:spcPct val="116666"/>
              </a:lnSpc>
              <a:defRPr/>
            </a:pPr>
            <a:r>
              <a:rPr lang="en-US" sz="1400" b="0" i="0" u="none" strike="noStrike">
                <a:solidFill>
                  <a:srgbClr val="E5E7EB"/>
                </a:solidFill>
                <a:latin typeface="Noto Sans SC"/>
                <a:ea typeface="Noto Sans SC"/>
                <a:cs typeface="Noto Sans SC"/>
                <a:sym typeface="Noto Sans SC"/>
              </a:rPr>
              <a:t>如何从有限的演示中准确学习到运动的基元。</a:t>
            </a:r>
            <a:endParaRPr lang="en-US" sz="1100"/>
          </a:p>
        </p:txBody>
      </p:sp>
      <p:sp>
        <p:nvSpPr>
          <p:cNvPr id="9" name="AutoShape 9"/>
          <p:cNvSpPr/>
          <p:nvPr/>
        </p:nvSpPr>
        <p:spPr>
          <a:xfrm>
            <a:off x="4508500" y="2032000"/>
            <a:ext cx="3175000" cy="2794000"/>
          </a:xfrm>
          <a:prstGeom prst="roundRect">
            <a:avLst>
              <a:gd name="adj" fmla="val 3636"/>
            </a:avLst>
          </a:prstGeom>
          <a:solidFill>
            <a:srgbClr val="00FFFF">
              <a:alpha val="5000"/>
            </a:srgbClr>
          </a:solidFill>
          <a:ln w="12700" cap="flat" cmpd="sng">
            <a:solidFill>
              <a:srgbClr val="00FFF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4"/>
          <a:srcRect/>
          <a:stretch>
            <a:fillRect/>
          </a:stretch>
        </p:blipFill>
        <p:spPr>
          <a:xfrm>
            <a:off x="5689600" y="2286000"/>
            <a:ext cx="812800" cy="812800"/>
          </a:xfrm>
          <a:prstGeom prst="ellipse">
            <a:avLst/>
          </a:prstGeom>
          <a:noFill/>
          <a:ln w="25400" cap="flat" cmpd="sng">
            <a:noFill/>
            <a:prstDash val="solid"/>
            <a:round/>
          </a:ln>
        </p:spPr>
      </p:pic>
      <p:sp>
        <p:nvSpPr>
          <p:cNvPr id="11" name="AutoShape 11"/>
          <p:cNvSpPr/>
          <p:nvPr/>
        </p:nvSpPr>
        <p:spPr>
          <a:xfrm>
            <a:off x="4508500" y="3302000"/>
            <a:ext cx="3175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FFFF"/>
                </a:solidFill>
                <a:latin typeface="Noto Sans SC"/>
                <a:ea typeface="Noto Sans SC"/>
                <a:cs typeface="Noto Sans SC"/>
                <a:sym typeface="Noto Sans SC"/>
              </a:rPr>
              <a:t>速度控制</a:t>
            </a:r>
            <a:endParaRPr lang="en-US" sz="1100"/>
          </a:p>
        </p:txBody>
      </p:sp>
      <p:sp>
        <p:nvSpPr>
          <p:cNvPr id="12" name="AutoShape 12"/>
          <p:cNvSpPr/>
          <p:nvPr/>
        </p:nvSpPr>
        <p:spPr>
          <a:xfrm>
            <a:off x="4699000" y="3810000"/>
            <a:ext cx="2794000" cy="558800"/>
          </a:xfrm>
          <a:prstGeom prst="rect">
            <a:avLst/>
          </a:prstGeom>
          <a:noFill/>
          <a:ln w="12700" cap="flat" cmpd="sng">
            <a:noFill/>
            <a:prstDash val="solid"/>
            <a:round/>
          </a:ln>
        </p:spPr>
        <p:txBody>
          <a:bodyPr vert="horz" wrap="square" lIns="0" tIns="0" rIns="0" bIns="0" rtlCol="0" anchor="t" anchorCtr="0"/>
          <a:lstStyle/>
          <a:p>
            <a:pPr indent="0" algn="ctr">
              <a:lnSpc>
                <a:spcPct val="116666"/>
              </a:lnSpc>
              <a:defRPr/>
            </a:pPr>
            <a:r>
              <a:rPr lang="en-US" sz="1400" b="0" i="0" u="none" strike="noStrike">
                <a:solidFill>
                  <a:srgbClr val="E5E7EB"/>
                </a:solidFill>
                <a:latin typeface="Noto Sans SC"/>
                <a:ea typeface="Noto Sans SC"/>
                <a:cs typeface="Noto Sans SC"/>
                <a:sym typeface="Noto Sans SC"/>
              </a:rPr>
              <a:t>如何在保证轨迹平滑的前提下，实现对速度的精确控制。</a:t>
            </a:r>
            <a:endParaRPr lang="en-US" sz="1100"/>
          </a:p>
        </p:txBody>
      </p:sp>
      <p:sp>
        <p:nvSpPr>
          <p:cNvPr id="13" name="AutoShape 13"/>
          <p:cNvSpPr/>
          <p:nvPr/>
        </p:nvSpPr>
        <p:spPr>
          <a:xfrm>
            <a:off x="8001000" y="2032000"/>
            <a:ext cx="3175000" cy="2794000"/>
          </a:xfrm>
          <a:prstGeom prst="roundRect">
            <a:avLst>
              <a:gd name="adj" fmla="val 3636"/>
            </a:avLst>
          </a:prstGeom>
          <a:solidFill>
            <a:srgbClr val="00FFFF">
              <a:alpha val="5000"/>
            </a:srgbClr>
          </a:solidFill>
          <a:ln w="12700" cap="flat" cmpd="sng">
            <a:solidFill>
              <a:srgbClr val="00FFFF">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5"/>
          <a:srcRect/>
          <a:stretch>
            <a:fillRect/>
          </a:stretch>
        </p:blipFill>
        <p:spPr>
          <a:xfrm>
            <a:off x="9182100" y="2286000"/>
            <a:ext cx="812800" cy="812800"/>
          </a:xfrm>
          <a:prstGeom prst="ellipse">
            <a:avLst/>
          </a:prstGeom>
          <a:noFill/>
          <a:ln w="25400" cap="flat" cmpd="sng">
            <a:noFill/>
            <a:prstDash val="solid"/>
            <a:round/>
          </a:ln>
        </p:spPr>
      </p:pic>
      <p:sp>
        <p:nvSpPr>
          <p:cNvPr id="15" name="AutoShape 15"/>
          <p:cNvSpPr/>
          <p:nvPr/>
        </p:nvSpPr>
        <p:spPr>
          <a:xfrm>
            <a:off x="8001000" y="3302000"/>
            <a:ext cx="3175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FFFF"/>
                </a:solidFill>
                <a:latin typeface="Noto Sans SC"/>
                <a:ea typeface="Noto Sans SC"/>
                <a:cs typeface="Noto Sans SC"/>
                <a:sym typeface="Noto Sans SC"/>
              </a:rPr>
              <a:t>智能避障</a:t>
            </a:r>
            <a:endParaRPr lang="en-US" sz="1100"/>
          </a:p>
        </p:txBody>
      </p:sp>
      <p:sp>
        <p:nvSpPr>
          <p:cNvPr id="16" name="AutoShape 16"/>
          <p:cNvSpPr/>
          <p:nvPr/>
        </p:nvSpPr>
        <p:spPr>
          <a:xfrm>
            <a:off x="8191500" y="3810000"/>
            <a:ext cx="2794000" cy="558800"/>
          </a:xfrm>
          <a:prstGeom prst="rect">
            <a:avLst/>
          </a:prstGeom>
          <a:noFill/>
          <a:ln w="12700" cap="flat" cmpd="sng">
            <a:noFill/>
            <a:prstDash val="solid"/>
            <a:round/>
          </a:ln>
        </p:spPr>
        <p:txBody>
          <a:bodyPr vert="horz" wrap="square" lIns="0" tIns="0" rIns="0" bIns="0" rtlCol="0" anchor="t" anchorCtr="0"/>
          <a:lstStyle/>
          <a:p>
            <a:pPr indent="0" algn="ctr">
              <a:lnSpc>
                <a:spcPct val="116666"/>
              </a:lnSpc>
              <a:defRPr/>
            </a:pPr>
            <a:r>
              <a:rPr lang="en-US" sz="1400" b="0" i="0" u="none" strike="noStrike" dirty="0" err="1">
                <a:solidFill>
                  <a:srgbClr val="E5E7EB"/>
                </a:solidFill>
                <a:latin typeface="Noto Sans SC"/>
                <a:ea typeface="Noto Sans SC"/>
                <a:cs typeface="Noto Sans SC"/>
                <a:sym typeface="Noto Sans SC"/>
              </a:rPr>
              <a:t>如何将DMP与避障算法有效结合，实现动态避障</a:t>
            </a:r>
            <a:r>
              <a:rPr lang="en-US" sz="1400" b="0" i="0" u="none" strike="noStrike" dirty="0">
                <a:solidFill>
                  <a:srgbClr val="E5E7EB"/>
                </a:solidFill>
                <a:latin typeface="Noto Sans SC"/>
                <a:ea typeface="Noto Sans SC"/>
                <a:cs typeface="Noto Sans SC"/>
                <a:sym typeface="Noto Sans SC"/>
              </a:rPr>
              <a:t>。</a:t>
            </a:r>
            <a:endParaRPr lang="en-US" sz="1100" dirty="0"/>
          </a:p>
        </p:txBody>
      </p:sp>
      <p:cxnSp>
        <p:nvCxnSpPr>
          <p:cNvPr id="17" name="Connector 17"/>
          <p:cNvCxnSpPr/>
          <p:nvPr/>
        </p:nvCxnSpPr>
        <p:spPr>
          <a:xfrm rot="-4297">
            <a:off x="1016004" y="5327650"/>
            <a:ext cx="10160000" cy="12700"/>
          </a:xfrm>
          <a:prstGeom prst="straightConnector1">
            <a:avLst/>
          </a:prstGeom>
          <a:solidFill>
            <a:srgbClr val="DEE0E3">
              <a:alpha val="100000"/>
            </a:srgbClr>
          </a:solidFill>
          <a:ln w="12700" cap="flat" cmpd="sng">
            <a:solidFill>
              <a:srgbClr val="00FFFF">
                <a:alpha val="30000"/>
              </a:srgbClr>
            </a:solidFill>
            <a:prstDash val="solid"/>
            <a:round/>
            <a:headEnd type="none" w="med" len="med"/>
            <a:tailEnd type="non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9050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762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FFFFFF"/>
                </a:solidFill>
                <a:latin typeface="Noto Sans SC"/>
                <a:ea typeface="Noto Sans SC"/>
                <a:cs typeface="Noto Sans SC"/>
                <a:sym typeface="Noto Sans SC"/>
              </a:rPr>
              <a:t>算法复现：SDMP</a:t>
            </a:r>
            <a:r>
              <a:rPr lang="en-US" sz="3600" b="1" i="0" u="none" strike="noStrike" dirty="0">
                <a:solidFill>
                  <a:srgbClr val="FFFFFF"/>
                </a:solidFill>
                <a:latin typeface="Noto Sans SC"/>
                <a:ea typeface="Noto Sans SC"/>
                <a:cs typeface="Noto Sans SC"/>
                <a:sym typeface="Noto Sans SC"/>
              </a:rPr>
              <a:t> + RRT</a:t>
            </a:r>
            <a:endParaRPr lang="en-US" sz="1100" dirty="0"/>
          </a:p>
        </p:txBody>
      </p:sp>
      <p:cxnSp>
        <p:nvCxnSpPr>
          <p:cNvPr id="4" name="Connector 4"/>
          <p:cNvCxnSpPr/>
          <p:nvPr/>
        </p:nvCxnSpPr>
        <p:spPr>
          <a:xfrm rot="-8594">
            <a:off x="1016008" y="1454150"/>
            <a:ext cx="5080000" cy="12700"/>
          </a:xfrm>
          <a:prstGeom prst="straightConnector1">
            <a:avLst/>
          </a:prstGeom>
          <a:solidFill>
            <a:srgbClr val="DEE0E3">
              <a:alpha val="100000"/>
            </a:srgbClr>
          </a:solidFill>
          <a:ln w="25400" cap="flat" cmpd="sng">
            <a:solidFill>
              <a:srgbClr val="00FFFF">
                <a:alpha val="100000"/>
              </a:srgbClr>
            </a:solidFill>
            <a:prstDash val="solid"/>
            <a:round/>
            <a:headEnd type="none" w="lg" len="lg"/>
            <a:tailEnd type="none" w="lg" len="lg"/>
          </a:ln>
        </p:spPr>
      </p:cxnSp>
      <p:sp>
        <p:nvSpPr>
          <p:cNvPr id="6" name="AutoShape 6"/>
          <p:cNvSpPr/>
          <p:nvPr/>
        </p:nvSpPr>
        <p:spPr>
          <a:xfrm>
            <a:off x="1015999" y="2193924"/>
            <a:ext cx="5822951" cy="3168651"/>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zh-CN" altLang="en-US" sz="2000" dirty="0">
                <a:solidFill>
                  <a:schemeClr val="bg1"/>
                </a:solidFill>
              </a:rPr>
              <a:t>提出使用基于分段</a:t>
            </a:r>
            <a:r>
              <a:rPr lang="en-US" altLang="zh-CN" sz="2000" dirty="0">
                <a:solidFill>
                  <a:schemeClr val="bg1"/>
                </a:solidFill>
              </a:rPr>
              <a:t>DMP </a:t>
            </a:r>
            <a:r>
              <a:rPr lang="zh-CN" altLang="en-US" sz="2000" dirty="0">
                <a:solidFill>
                  <a:schemeClr val="bg1"/>
                </a:solidFill>
              </a:rPr>
              <a:t>的轨迹学习与避障方法，在对示教轨迹进行分段学习的基础上，借助避障轨迹进行分段点的确认，利用</a:t>
            </a:r>
            <a:r>
              <a:rPr lang="en-US" altLang="zh-CN" sz="2000" dirty="0">
                <a:solidFill>
                  <a:schemeClr val="bg1"/>
                </a:solidFill>
              </a:rPr>
              <a:t>RRT</a:t>
            </a:r>
            <a:r>
              <a:rPr lang="zh-CN" altLang="en-US" sz="2000" dirty="0">
                <a:solidFill>
                  <a:schemeClr val="bg1"/>
                </a:solidFill>
              </a:rPr>
              <a:t>算法能够改变轨迹目标状态的特性，既能实现避开障碍物，又能保留原有轨迹的形状特征，以提高轨迹相似性。</a:t>
            </a:r>
            <a:endParaRPr lang="en-US" altLang="zh-CN" sz="2000" dirty="0">
              <a:solidFill>
                <a:schemeClr val="bg1"/>
              </a:solidFill>
            </a:endParaRPr>
          </a:p>
          <a:p>
            <a:pPr indent="0" algn="l">
              <a:lnSpc>
                <a:spcPct val="125000"/>
              </a:lnSpc>
              <a:defRPr/>
            </a:pPr>
            <a:r>
              <a:rPr lang="zh-CN" altLang="en-US" sz="2000" dirty="0">
                <a:solidFill>
                  <a:schemeClr val="bg1"/>
                </a:solidFill>
              </a:rPr>
              <a:t>若检测到示教轨迹与空间中的障碍物发生碰撞，则取示教轨迹碰撞前后点作为</a:t>
            </a:r>
            <a:r>
              <a:rPr lang="en-US" altLang="zh-CN" sz="2000" dirty="0">
                <a:solidFill>
                  <a:schemeClr val="bg1"/>
                </a:solidFill>
              </a:rPr>
              <a:t>RRT</a:t>
            </a:r>
            <a:r>
              <a:rPr lang="zh-CN" altLang="en-US" sz="2000" dirty="0">
                <a:solidFill>
                  <a:schemeClr val="bg1"/>
                </a:solidFill>
              </a:rPr>
              <a:t>算法避障 的起始点</a:t>
            </a:r>
            <a:r>
              <a:rPr lang="en-US" altLang="zh-CN" sz="2000" dirty="0" err="1">
                <a:solidFill>
                  <a:schemeClr val="bg1"/>
                </a:solidFill>
              </a:rPr>
              <a:t>xinit</a:t>
            </a:r>
            <a:r>
              <a:rPr lang="en-US" altLang="zh-CN" sz="2000" dirty="0">
                <a:solidFill>
                  <a:schemeClr val="bg1"/>
                </a:solidFill>
              </a:rPr>
              <a:t> </a:t>
            </a:r>
            <a:r>
              <a:rPr lang="zh-CN" altLang="en-US" sz="2000" dirty="0">
                <a:solidFill>
                  <a:schemeClr val="bg1"/>
                </a:solidFill>
              </a:rPr>
              <a:t>和终止点</a:t>
            </a:r>
            <a:r>
              <a:rPr lang="en-US" altLang="zh-CN" sz="2000" dirty="0" err="1">
                <a:solidFill>
                  <a:schemeClr val="bg1"/>
                </a:solidFill>
              </a:rPr>
              <a:t>xgoal</a:t>
            </a:r>
            <a:r>
              <a:rPr lang="en-US" altLang="zh-CN" sz="2000" dirty="0">
                <a:solidFill>
                  <a:schemeClr val="bg1"/>
                </a:solidFill>
              </a:rPr>
              <a:t> </a:t>
            </a:r>
            <a:r>
              <a:rPr lang="zh-CN" altLang="en-US" sz="2000" dirty="0">
                <a:solidFill>
                  <a:schemeClr val="bg1"/>
                </a:solidFill>
              </a:rPr>
              <a:t>并生成避障路径</a:t>
            </a:r>
            <a:endParaRPr lang="en-US" sz="2000" dirty="0">
              <a:solidFill>
                <a:schemeClr val="bg1"/>
              </a:solidFill>
            </a:endParaRPr>
          </a:p>
        </p:txBody>
      </p:sp>
      <p:pic>
        <p:nvPicPr>
          <p:cNvPr id="8" name="图片 7">
            <a:extLst>
              <a:ext uri="{FF2B5EF4-FFF2-40B4-BE49-F238E27FC236}">
                <a16:creationId xmlns:a16="http://schemas.microsoft.com/office/drawing/2014/main" id="{C5001AA0-2D61-3A92-7076-FE3D0AE7D777}"/>
              </a:ext>
            </a:extLst>
          </p:cNvPr>
          <p:cNvPicPr>
            <a:picLocks noChangeAspect="1"/>
          </p:cNvPicPr>
          <p:nvPr/>
        </p:nvPicPr>
        <p:blipFill>
          <a:blip r:embed="rId3"/>
          <a:stretch>
            <a:fillRect/>
          </a:stretch>
        </p:blipFill>
        <p:spPr>
          <a:xfrm>
            <a:off x="7424483" y="1287704"/>
            <a:ext cx="3648584" cy="345805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0F1E">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762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系统架构</a:t>
            </a:r>
            <a:endParaRPr lang="en-US" sz="1100"/>
          </a:p>
        </p:txBody>
      </p:sp>
      <p:cxnSp>
        <p:nvCxnSpPr>
          <p:cNvPr id="4" name="Connector 4"/>
          <p:cNvCxnSpPr/>
          <p:nvPr/>
        </p:nvCxnSpPr>
        <p:spPr>
          <a:xfrm rot="-15626">
            <a:off x="1016014" y="1454150"/>
            <a:ext cx="2794000" cy="12700"/>
          </a:xfrm>
          <a:prstGeom prst="straightConnector1">
            <a:avLst/>
          </a:prstGeom>
          <a:solidFill>
            <a:srgbClr val="DEE0E3">
              <a:alpha val="100000"/>
            </a:srgbClr>
          </a:solidFill>
          <a:ln w="25400" cap="flat" cmpd="sng">
            <a:solidFill>
              <a:srgbClr val="00FFFF">
                <a:alpha val="100000"/>
              </a:srgbClr>
            </a:solidFill>
            <a:prstDash val="solid"/>
            <a:round/>
            <a:headEnd type="none" w="lg" len="lg"/>
            <a:tailEnd type="none" w="lg" len="lg"/>
          </a:ln>
        </p:spPr>
      </p:cxn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32000"/>
            <a:ext cx="355600" cy="355600"/>
          </a:xfrm>
          <a:prstGeom prst="rect">
            <a:avLst/>
          </a:prstGeom>
        </p:spPr>
      </p:pic>
      <p:sp>
        <p:nvSpPr>
          <p:cNvPr id="6" name="AutoShape 6"/>
          <p:cNvSpPr/>
          <p:nvPr/>
        </p:nvSpPr>
        <p:spPr>
          <a:xfrm>
            <a:off x="1625600" y="20574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输入层</a:t>
            </a:r>
            <a:endParaRPr lang="en-US" sz="1100"/>
          </a:p>
        </p:txBody>
      </p:sp>
      <p:sp>
        <p:nvSpPr>
          <p:cNvPr id="7" name="AutoShape 7"/>
          <p:cNvSpPr/>
          <p:nvPr/>
        </p:nvSpPr>
        <p:spPr>
          <a:xfrm>
            <a:off x="1625600" y="24384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接收演示数据和环境信息，为后续处理提供基础。</a:t>
            </a:r>
            <a:endParaRPr lang="en-US" sz="1100"/>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302000"/>
            <a:ext cx="355600" cy="355600"/>
          </a:xfrm>
          <a:prstGeom prst="rect">
            <a:avLst/>
          </a:prstGeom>
        </p:spPr>
      </p:pic>
      <p:sp>
        <p:nvSpPr>
          <p:cNvPr id="9" name="AutoShape 9"/>
          <p:cNvSpPr/>
          <p:nvPr/>
        </p:nvSpPr>
        <p:spPr>
          <a:xfrm>
            <a:off x="1625600" y="33274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核心算法层</a:t>
            </a:r>
            <a:endParaRPr lang="en-US" sz="1100"/>
          </a:p>
        </p:txBody>
      </p:sp>
      <p:sp>
        <p:nvSpPr>
          <p:cNvPr id="10" name="AutoShape 10"/>
          <p:cNvSpPr/>
          <p:nvPr/>
        </p:nvSpPr>
        <p:spPr>
          <a:xfrm>
            <a:off x="1625600" y="37084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dirty="0" err="1">
                <a:solidFill>
                  <a:srgbClr val="D1D5DB"/>
                </a:solidFill>
                <a:latin typeface="Noto Sans SC"/>
                <a:ea typeface="Noto Sans SC"/>
                <a:cs typeface="Noto Sans SC"/>
                <a:sym typeface="Noto Sans SC"/>
              </a:rPr>
              <a:t>集成SDMP轨迹学习与RRT避障规划，实现智能决策</a:t>
            </a:r>
            <a:r>
              <a:rPr lang="en-US" sz="1400" b="0" i="0" u="none" strike="noStrike" dirty="0">
                <a:solidFill>
                  <a:srgbClr val="D1D5DB"/>
                </a:solidFill>
                <a:latin typeface="Noto Sans SC"/>
                <a:ea typeface="Noto Sans SC"/>
                <a:cs typeface="Noto Sans SC"/>
                <a:sym typeface="Noto Sans SC"/>
              </a:rPr>
              <a:t>。</a:t>
            </a:r>
            <a:endParaRPr lang="en-US" sz="1100" dirty="0"/>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572000"/>
            <a:ext cx="355600" cy="355600"/>
          </a:xfrm>
          <a:prstGeom prst="rect">
            <a:avLst/>
          </a:prstGeom>
        </p:spPr>
      </p:pic>
      <p:sp>
        <p:nvSpPr>
          <p:cNvPr id="12" name="AutoShape 12"/>
          <p:cNvSpPr/>
          <p:nvPr/>
        </p:nvSpPr>
        <p:spPr>
          <a:xfrm>
            <a:off x="1625600" y="45974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输出层</a:t>
            </a:r>
            <a:endParaRPr lang="en-US" sz="1100"/>
          </a:p>
        </p:txBody>
      </p:sp>
      <p:sp>
        <p:nvSpPr>
          <p:cNvPr id="13" name="AutoShape 13"/>
          <p:cNvSpPr/>
          <p:nvPr/>
        </p:nvSpPr>
        <p:spPr>
          <a:xfrm>
            <a:off x="1625600" y="49784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将规划好的轨迹指令发送给机械臂，完成物理执行。</a:t>
            </a:r>
            <a:endParaRPr lang="en-US" sz="1100"/>
          </a:p>
        </p:txBody>
      </p:sp>
      <p:cxnSp>
        <p:nvCxnSpPr>
          <p:cNvPr id="14" name="Connector 14"/>
          <p:cNvCxnSpPr/>
          <p:nvPr/>
        </p:nvCxnSpPr>
        <p:spPr>
          <a:xfrm rot="5387722">
            <a:off x="4318000" y="3803661"/>
            <a:ext cx="3556000" cy="12700"/>
          </a:xfrm>
          <a:prstGeom prst="straightConnector1">
            <a:avLst/>
          </a:prstGeom>
          <a:solidFill>
            <a:srgbClr val="DEE0E3">
              <a:alpha val="100000"/>
            </a:srgbClr>
          </a:solidFill>
          <a:ln w="12700" cap="flat" cmpd="sng">
            <a:solidFill>
              <a:srgbClr val="00FFFF">
                <a:alpha val="30000"/>
              </a:srgbClr>
            </a:solidFill>
            <a:prstDash val="dash"/>
            <a:round/>
            <a:headEnd type="none" w="med" len="med"/>
            <a:tailEnd type="none" w="med" len="med"/>
          </a:ln>
        </p:spPr>
      </p:cxnSp>
      <p:pic>
        <p:nvPicPr>
          <p:cNvPr id="15" name="Picture 15"/>
          <p:cNvPicPr>
            <a:picLocks noChangeAspect="1"/>
          </p:cNvPicPr>
          <p:nvPr/>
        </p:nvPicPr>
        <p:blipFill>
          <a:blip r:embed="rId9"/>
          <a:srcRect l="58" r="58"/>
          <a:stretch>
            <a:fillRect/>
          </a:stretch>
        </p:blipFill>
        <p:spPr>
          <a:xfrm>
            <a:off x="6604000" y="2286000"/>
            <a:ext cx="4826000" cy="2717800"/>
          </a:xfrm>
          <a:prstGeom prst="roundRect">
            <a:avLst>
              <a:gd name="adj" fmla="val 3738"/>
            </a:avLst>
          </a:prstGeom>
          <a:noFill/>
          <a:ln w="12700" cap="flat" cmpd="sng">
            <a:solidFill>
              <a:srgbClr val="00FFFF">
                <a:alpha val="100000"/>
              </a:srgbClr>
            </a:solidFill>
            <a:prstDash val="solid"/>
            <a:rou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762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FFFFFF"/>
                </a:solidFill>
                <a:latin typeface="Noto Sans SC"/>
                <a:ea typeface="Noto Sans SC"/>
                <a:cs typeface="Noto Sans SC"/>
                <a:sym typeface="Noto Sans SC"/>
              </a:rPr>
              <a:t>实验结果</a:t>
            </a:r>
            <a:r>
              <a:rPr lang="en-US" sz="3600" b="1" i="0" u="none" strike="noStrike" dirty="0">
                <a:solidFill>
                  <a:srgbClr val="FFFFFF"/>
                </a:solidFill>
                <a:latin typeface="Noto Sans SC"/>
                <a:ea typeface="Noto Sans SC"/>
                <a:cs typeface="Noto Sans SC"/>
                <a:sym typeface="Noto Sans SC"/>
              </a:rPr>
              <a:t>：</a:t>
            </a:r>
            <a:endParaRPr lang="en-US" sz="1100" dirty="0"/>
          </a:p>
        </p:txBody>
      </p:sp>
      <p:cxnSp>
        <p:nvCxnSpPr>
          <p:cNvPr id="4" name="Connector 4"/>
          <p:cNvCxnSpPr/>
          <p:nvPr/>
        </p:nvCxnSpPr>
        <p:spPr>
          <a:xfrm rot="-8594">
            <a:off x="1016008" y="1454150"/>
            <a:ext cx="5080000" cy="12700"/>
          </a:xfrm>
          <a:prstGeom prst="straightConnector1">
            <a:avLst/>
          </a:prstGeom>
          <a:solidFill>
            <a:srgbClr val="DEE0E3">
              <a:alpha val="100000"/>
            </a:srgbClr>
          </a:solidFill>
          <a:ln w="25400" cap="flat" cmpd="sng">
            <a:solidFill>
              <a:srgbClr val="00FFFF">
                <a:alpha val="100000"/>
              </a:srgbClr>
            </a:solidFill>
            <a:prstDash val="solid"/>
            <a:round/>
            <a:headEnd type="none" w="lg" len="lg"/>
            <a:tailEnd type="none" w="lg" len="lg"/>
          </a:ln>
        </p:spPr>
      </p:cxnSp>
      <p:sp>
        <p:nvSpPr>
          <p:cNvPr id="5" name="AutoShape 5"/>
          <p:cNvSpPr/>
          <p:nvPr/>
        </p:nvSpPr>
        <p:spPr>
          <a:xfrm>
            <a:off x="1016000" y="1968500"/>
            <a:ext cx="4826000" cy="15240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1600" b="0" i="0" u="none" strike="noStrike" dirty="0" err="1">
                <a:solidFill>
                  <a:srgbClr val="E5E7EB"/>
                </a:solidFill>
                <a:latin typeface="Noto Sans SC"/>
                <a:ea typeface="Noto Sans SC"/>
                <a:cs typeface="Noto Sans SC"/>
                <a:sym typeface="Noto Sans SC"/>
              </a:rPr>
              <a:t>结果表明，相比于传统的RRT算法，分段DMPs算法能够生成更平滑、更高效的避障路径</a:t>
            </a:r>
            <a:r>
              <a:rPr lang="en-US" sz="1600" b="0" i="0" u="none" strike="noStrike" dirty="0">
                <a:solidFill>
                  <a:srgbClr val="E5E7EB"/>
                </a:solidFill>
                <a:latin typeface="Noto Sans SC"/>
                <a:ea typeface="Noto Sans SC"/>
                <a:cs typeface="Noto Sans SC"/>
                <a:sym typeface="Noto Sans SC"/>
              </a:rPr>
              <a:t>。</a:t>
            </a:r>
            <a:endParaRPr lang="en-US" sz="1100" dirty="0"/>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683000"/>
            <a:ext cx="304800" cy="304800"/>
          </a:xfrm>
          <a:prstGeom prst="rect">
            <a:avLst/>
          </a:prstGeom>
        </p:spPr>
      </p:pic>
      <p:sp>
        <p:nvSpPr>
          <p:cNvPr id="7" name="AutoShape 7"/>
          <p:cNvSpPr/>
          <p:nvPr/>
        </p:nvSpPr>
        <p:spPr>
          <a:xfrm>
            <a:off x="1524000" y="37084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路径更平滑</a:t>
            </a:r>
            <a:endParaRPr lang="en-US" sz="1100"/>
          </a:p>
        </p:txBody>
      </p:sp>
      <p:sp>
        <p:nvSpPr>
          <p:cNvPr id="8" name="AutoShape 8"/>
          <p:cNvSpPr/>
          <p:nvPr/>
        </p:nvSpPr>
        <p:spPr>
          <a:xfrm>
            <a:off x="1524000" y="4089400"/>
            <a:ext cx="4318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D1D5DB"/>
                </a:solidFill>
                <a:latin typeface="Noto Sans SC"/>
                <a:ea typeface="Noto Sans SC"/>
                <a:cs typeface="Noto Sans SC"/>
                <a:sym typeface="Noto Sans SC"/>
              </a:rPr>
              <a:t>减少路径拐点，提升移动效率与稳定性。</a:t>
            </a:r>
            <a:endParaRPr lang="en-US" sz="1100"/>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699000"/>
            <a:ext cx="304800" cy="304800"/>
          </a:xfrm>
          <a:prstGeom prst="rect">
            <a:avLst/>
          </a:prstGeom>
        </p:spPr>
      </p:pic>
      <p:sp>
        <p:nvSpPr>
          <p:cNvPr id="10" name="AutoShape 10"/>
          <p:cNvSpPr/>
          <p:nvPr/>
        </p:nvSpPr>
        <p:spPr>
          <a:xfrm>
            <a:off x="1524000" y="47244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规划更高效</a:t>
            </a:r>
            <a:endParaRPr lang="en-US" sz="1100"/>
          </a:p>
        </p:txBody>
      </p:sp>
      <p:sp>
        <p:nvSpPr>
          <p:cNvPr id="11" name="AutoShape 11"/>
          <p:cNvSpPr/>
          <p:nvPr/>
        </p:nvSpPr>
        <p:spPr>
          <a:xfrm>
            <a:off x="1524000" y="5105400"/>
            <a:ext cx="43180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D1D5DB"/>
                </a:solidFill>
                <a:latin typeface="Noto Sans SC"/>
                <a:ea typeface="Noto Sans SC"/>
                <a:cs typeface="Noto Sans SC"/>
                <a:sym typeface="Noto Sans SC"/>
              </a:rPr>
              <a:t>算法收敛速度快，决策响应更及时。</a:t>
            </a:r>
            <a:endParaRPr lang="en-US" sz="1100"/>
          </a:p>
        </p:txBody>
      </p:sp>
      <p:cxnSp>
        <p:nvCxnSpPr>
          <p:cNvPr id="12" name="Connector 12"/>
          <p:cNvCxnSpPr/>
          <p:nvPr/>
        </p:nvCxnSpPr>
        <p:spPr>
          <a:xfrm rot="5387937">
            <a:off x="4286250" y="3771911"/>
            <a:ext cx="3619500" cy="12700"/>
          </a:xfrm>
          <a:prstGeom prst="straightConnector1">
            <a:avLst/>
          </a:prstGeom>
          <a:solidFill>
            <a:srgbClr val="DEE0E3">
              <a:alpha val="100000"/>
            </a:srgbClr>
          </a:solidFill>
          <a:ln w="12700" cap="flat" cmpd="sng">
            <a:solidFill>
              <a:srgbClr val="00FFFF">
                <a:alpha val="30000"/>
              </a:srgbClr>
            </a:solidFill>
            <a:prstDash val="dash"/>
            <a:round/>
            <a:headEnd type="none" w="med" len="med"/>
            <a:tailEnd type="none" w="med" len="med"/>
          </a:ln>
        </p:spPr>
      </p:cxnSp>
      <p:pic>
        <p:nvPicPr>
          <p:cNvPr id="19" name="图片 18">
            <a:extLst>
              <a:ext uri="{FF2B5EF4-FFF2-40B4-BE49-F238E27FC236}">
                <a16:creationId xmlns:a16="http://schemas.microsoft.com/office/drawing/2014/main" id="{D9604DDD-B770-9A93-14F4-0987EECCD997}"/>
              </a:ext>
            </a:extLst>
          </p:cNvPr>
          <p:cNvPicPr>
            <a:picLocks noChangeAspect="1"/>
          </p:cNvPicPr>
          <p:nvPr/>
        </p:nvPicPr>
        <p:blipFill>
          <a:blip r:embed="rId5"/>
          <a:stretch>
            <a:fillRect/>
          </a:stretch>
        </p:blipFill>
        <p:spPr>
          <a:xfrm>
            <a:off x="7427317" y="586969"/>
            <a:ext cx="3829584" cy="581106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12700"/>
            <a:ext cx="12192000" cy="6858000"/>
          </a:xfrm>
          <a:prstGeom prst="roundRect">
            <a:avLst>
              <a:gd name="adj" fmla="val 0"/>
            </a:avLst>
          </a:prstGeom>
          <a:solidFill>
            <a:srgbClr val="0A0F1E">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762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FFFFFF"/>
                </a:solidFill>
                <a:latin typeface="Noto Sans SC"/>
                <a:ea typeface="Noto Sans SC"/>
                <a:cs typeface="Noto Sans SC"/>
                <a:sym typeface="Noto Sans SC"/>
              </a:rPr>
              <a:t>阶段成果</a:t>
            </a:r>
            <a:endParaRPr lang="en-US" sz="1100" dirty="0"/>
          </a:p>
        </p:txBody>
      </p:sp>
      <p:cxnSp>
        <p:nvCxnSpPr>
          <p:cNvPr id="4" name="Connector 4"/>
          <p:cNvCxnSpPr/>
          <p:nvPr/>
        </p:nvCxnSpPr>
        <p:spPr>
          <a:xfrm rot="-14323">
            <a:off x="1016013" y="1454150"/>
            <a:ext cx="3048000" cy="12700"/>
          </a:xfrm>
          <a:prstGeom prst="straightConnector1">
            <a:avLst/>
          </a:prstGeom>
          <a:solidFill>
            <a:srgbClr val="DEE0E3">
              <a:alpha val="100000"/>
            </a:srgbClr>
          </a:solidFill>
          <a:ln w="25400" cap="flat" cmpd="sng">
            <a:solidFill>
              <a:srgbClr val="00FFFF">
                <a:alpha val="100000"/>
              </a:srgbClr>
            </a:solidFill>
            <a:prstDash val="solid"/>
            <a:round/>
            <a:headEnd type="none" w="lg" len="lg"/>
            <a:tailEnd type="none" w="lg" len="lg"/>
          </a:ln>
        </p:spPr>
      </p:cxnSp>
      <p:cxnSp>
        <p:nvCxnSpPr>
          <p:cNvPr id="5" name="Connector 5"/>
          <p:cNvCxnSpPr/>
          <p:nvPr/>
        </p:nvCxnSpPr>
        <p:spPr>
          <a:xfrm rot="5386777">
            <a:off x="-381000" y="3676662"/>
            <a:ext cx="3302000" cy="12700"/>
          </a:xfrm>
          <a:prstGeom prst="straightConnector1">
            <a:avLst/>
          </a:prstGeom>
          <a:solidFill>
            <a:srgbClr val="DEE0E3">
              <a:alpha val="100000"/>
            </a:srgbClr>
          </a:solidFill>
          <a:ln w="25400" cap="flat" cmpd="sng">
            <a:solidFill>
              <a:srgbClr val="00FFFF">
                <a:alpha val="40000"/>
              </a:srgbClr>
            </a:solidFill>
            <a:prstDash val="dash"/>
            <a:round/>
            <a:headEnd type="none" w="lg" len="lg"/>
            <a:tailEnd type="none" w="lg" len="lg"/>
          </a:ln>
        </p:spPr>
      </p:cxnSp>
      <p:sp>
        <p:nvSpPr>
          <p:cNvPr id="6" name="AutoShape 6"/>
          <p:cNvSpPr/>
          <p:nvPr/>
        </p:nvSpPr>
        <p:spPr>
          <a:xfrm>
            <a:off x="1168400" y="2159000"/>
            <a:ext cx="203200" cy="203200"/>
          </a:xfrm>
          <a:prstGeom prst="ellipse">
            <a:avLst/>
          </a:prstGeom>
          <a:solidFill>
            <a:srgbClr val="00FFFF">
              <a:alpha val="100000"/>
            </a:srgbClr>
          </a:solidFill>
          <a:ln w="38100" cap="flat" cmpd="sng">
            <a:solidFill>
              <a:srgbClr val="0A0F1E">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78000" y="2159000"/>
            <a:ext cx="304800" cy="304800"/>
          </a:xfrm>
          <a:prstGeom prst="rect">
            <a:avLst/>
          </a:prstGeom>
        </p:spPr>
      </p:pic>
      <p:sp>
        <p:nvSpPr>
          <p:cNvPr id="8" name="AutoShape 8"/>
          <p:cNvSpPr/>
          <p:nvPr/>
        </p:nvSpPr>
        <p:spPr>
          <a:xfrm>
            <a:off x="2286000" y="21717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第一阶段：算法复现与部署</a:t>
            </a:r>
            <a:endParaRPr lang="en-US" sz="1100"/>
          </a:p>
        </p:txBody>
      </p:sp>
      <p:sp>
        <p:nvSpPr>
          <p:cNvPr id="9" name="AutoShape 9"/>
          <p:cNvSpPr/>
          <p:nvPr/>
        </p:nvSpPr>
        <p:spPr>
          <a:xfrm>
            <a:off x="1778000" y="2603500"/>
            <a:ext cx="8636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dirty="0" err="1">
                <a:solidFill>
                  <a:srgbClr val="D1D5DB"/>
                </a:solidFill>
                <a:latin typeface="Noto Sans SC"/>
                <a:ea typeface="Noto Sans SC"/>
                <a:cs typeface="Noto Sans SC"/>
                <a:sym typeface="Noto Sans SC"/>
              </a:rPr>
              <a:t>完成了SDMP算法的复现和在Dobot</a:t>
            </a:r>
            <a:r>
              <a:rPr lang="en-US" sz="1400" b="0" i="0" u="none" strike="noStrike" dirty="0">
                <a:solidFill>
                  <a:srgbClr val="D1D5DB"/>
                </a:solidFill>
                <a:latin typeface="Noto Sans SC"/>
                <a:ea typeface="Noto Sans SC"/>
                <a:cs typeface="Noto Sans SC"/>
                <a:sym typeface="Noto Sans SC"/>
              </a:rPr>
              <a:t> </a:t>
            </a:r>
            <a:r>
              <a:rPr lang="en-US" sz="1400" b="0" i="0" u="none" strike="noStrike" dirty="0" err="1">
                <a:solidFill>
                  <a:srgbClr val="D1D5DB"/>
                </a:solidFill>
                <a:latin typeface="Noto Sans SC"/>
                <a:ea typeface="Noto Sans SC"/>
                <a:cs typeface="Noto Sans SC"/>
                <a:sym typeface="Noto Sans SC"/>
              </a:rPr>
              <a:t>Magician上的部署</a:t>
            </a:r>
            <a:r>
              <a:rPr lang="en-US" sz="1400" b="0" i="0" u="none" strike="noStrike" dirty="0">
                <a:solidFill>
                  <a:srgbClr val="D1D5DB"/>
                </a:solidFill>
                <a:latin typeface="Noto Sans SC"/>
                <a:ea typeface="Noto Sans SC"/>
                <a:cs typeface="Noto Sans SC"/>
                <a:sym typeface="Noto Sans SC"/>
              </a:rPr>
              <a:t>。</a:t>
            </a:r>
            <a:endParaRPr lang="en-US" sz="1100" dirty="0"/>
          </a:p>
        </p:txBody>
      </p:sp>
      <p:sp>
        <p:nvSpPr>
          <p:cNvPr id="10" name="AutoShape 10"/>
          <p:cNvSpPr/>
          <p:nvPr/>
        </p:nvSpPr>
        <p:spPr>
          <a:xfrm>
            <a:off x="1168400" y="3429000"/>
            <a:ext cx="203200" cy="203200"/>
          </a:xfrm>
          <a:prstGeom prst="ellipse">
            <a:avLst/>
          </a:prstGeom>
          <a:solidFill>
            <a:srgbClr val="00FFFF">
              <a:alpha val="100000"/>
            </a:srgbClr>
          </a:solidFill>
          <a:ln w="38100" cap="flat" cmpd="sng">
            <a:solidFill>
              <a:srgbClr val="0A0F1E">
                <a:alpha val="10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78000" y="3429000"/>
            <a:ext cx="304800" cy="304800"/>
          </a:xfrm>
          <a:prstGeom prst="rect">
            <a:avLst/>
          </a:prstGeom>
        </p:spPr>
      </p:pic>
      <p:sp>
        <p:nvSpPr>
          <p:cNvPr id="12" name="AutoShape 12"/>
          <p:cNvSpPr/>
          <p:nvPr/>
        </p:nvSpPr>
        <p:spPr>
          <a:xfrm>
            <a:off x="2286000" y="34417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FFFFFF"/>
                </a:solidFill>
                <a:latin typeface="Noto Sans SC"/>
                <a:ea typeface="Noto Sans SC"/>
                <a:cs typeface="Noto Sans SC"/>
                <a:sym typeface="Noto Sans SC"/>
              </a:rPr>
              <a:t>第二阶段</a:t>
            </a:r>
            <a:r>
              <a:rPr lang="en-US" sz="1800" b="1" i="0" u="none" strike="noStrike" dirty="0">
                <a:solidFill>
                  <a:srgbClr val="FFFFFF"/>
                </a:solidFill>
                <a:latin typeface="Noto Sans SC"/>
                <a:ea typeface="Noto Sans SC"/>
                <a:cs typeface="Noto Sans SC"/>
                <a:sym typeface="Noto Sans SC"/>
              </a:rPr>
              <a:t>：</a:t>
            </a:r>
            <a:r>
              <a:rPr lang="zh-CN" altLang="en-US" sz="1800" b="1" i="0" u="none" strike="noStrike" dirty="0">
                <a:solidFill>
                  <a:srgbClr val="FFFFFF"/>
                </a:solidFill>
                <a:latin typeface="Noto Sans SC"/>
                <a:ea typeface="Noto Sans SC"/>
                <a:cs typeface="Noto Sans SC"/>
                <a:sym typeface="Noto Sans SC"/>
              </a:rPr>
              <a:t>数据采集</a:t>
            </a:r>
            <a:endParaRPr lang="en-US" sz="1100" dirty="0"/>
          </a:p>
        </p:txBody>
      </p:sp>
      <p:sp>
        <p:nvSpPr>
          <p:cNvPr id="13" name="AutoShape 13"/>
          <p:cNvSpPr/>
          <p:nvPr/>
        </p:nvSpPr>
        <p:spPr>
          <a:xfrm>
            <a:off x="1778000" y="3873500"/>
            <a:ext cx="8636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zh-CN" altLang="en-US" dirty="0">
                <a:solidFill>
                  <a:srgbClr val="D1D5DB"/>
                </a:solidFill>
                <a:latin typeface="Noto Sans SC"/>
                <a:ea typeface="Noto Sans SC"/>
                <a:sym typeface="Noto Sans SC"/>
              </a:rPr>
              <a:t>在</a:t>
            </a:r>
            <a:r>
              <a:rPr lang="en-US" altLang="zh-CN" dirty="0" err="1">
                <a:solidFill>
                  <a:srgbClr val="D1D5DB"/>
                </a:solidFill>
                <a:latin typeface="Noto Sans SC"/>
                <a:ea typeface="Noto Sans SC"/>
                <a:sym typeface="Noto Sans SC"/>
              </a:rPr>
              <a:t>dobot</a:t>
            </a:r>
            <a:r>
              <a:rPr lang="en-US" altLang="zh-CN" dirty="0">
                <a:solidFill>
                  <a:srgbClr val="D1D5DB"/>
                </a:solidFill>
                <a:latin typeface="Noto Sans SC"/>
                <a:ea typeface="Noto Sans SC"/>
                <a:sym typeface="Noto Sans SC"/>
              </a:rPr>
              <a:t> magician</a:t>
            </a:r>
            <a:r>
              <a:rPr lang="zh-CN" altLang="en-US" dirty="0">
                <a:solidFill>
                  <a:srgbClr val="D1D5DB"/>
                </a:solidFill>
                <a:latin typeface="Noto Sans SC"/>
                <a:ea typeface="Noto Sans SC"/>
                <a:sym typeface="Noto Sans SC"/>
              </a:rPr>
              <a:t>采集一定量的数据后，使用多轨迹融合验证算法</a:t>
            </a:r>
            <a:endParaRPr lang="en-US" sz="1100" dirty="0"/>
          </a:p>
        </p:txBody>
      </p:sp>
      <p:sp>
        <p:nvSpPr>
          <p:cNvPr id="14" name="AutoShape 14"/>
          <p:cNvSpPr/>
          <p:nvPr/>
        </p:nvSpPr>
        <p:spPr>
          <a:xfrm>
            <a:off x="1168400" y="4699000"/>
            <a:ext cx="203200" cy="203200"/>
          </a:xfrm>
          <a:prstGeom prst="ellipse">
            <a:avLst/>
          </a:prstGeom>
          <a:solidFill>
            <a:srgbClr val="00FFFF">
              <a:alpha val="100000"/>
            </a:srgbClr>
          </a:solidFill>
          <a:ln w="38100" cap="flat" cmpd="sng">
            <a:solidFill>
              <a:srgbClr val="0A0F1E">
                <a:alpha val="10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778000" y="4699000"/>
            <a:ext cx="304800" cy="304800"/>
          </a:xfrm>
          <a:prstGeom prst="rect">
            <a:avLst/>
          </a:prstGeom>
        </p:spPr>
      </p:pic>
      <p:sp>
        <p:nvSpPr>
          <p:cNvPr id="16" name="AutoShape 16"/>
          <p:cNvSpPr/>
          <p:nvPr/>
        </p:nvSpPr>
        <p:spPr>
          <a:xfrm>
            <a:off x="2286000" y="47117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第三阶段：真实环境验证</a:t>
            </a:r>
            <a:endParaRPr lang="en-US" sz="1100"/>
          </a:p>
        </p:txBody>
      </p:sp>
      <p:sp>
        <p:nvSpPr>
          <p:cNvPr id="17" name="AutoShape 17"/>
          <p:cNvSpPr/>
          <p:nvPr/>
        </p:nvSpPr>
        <p:spPr>
          <a:xfrm>
            <a:off x="1778000" y="5143500"/>
            <a:ext cx="8636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在真实环境中进行了实验，验证了算法的有效性。</a:t>
            </a:r>
            <a:endParaRPr lang="en-US" sz="1100"/>
          </a:p>
        </p:txBody>
      </p:sp>
      <p:pic>
        <p:nvPicPr>
          <p:cNvPr id="18" name="图片 17">
            <a:extLst>
              <a:ext uri="{FF2B5EF4-FFF2-40B4-BE49-F238E27FC236}">
                <a16:creationId xmlns:a16="http://schemas.microsoft.com/office/drawing/2014/main" id="{6A249488-68F3-30CD-6C34-4B3F7603573E}"/>
              </a:ext>
            </a:extLst>
          </p:cNvPr>
          <p:cNvPicPr>
            <a:picLocks noChangeAspect="1"/>
          </p:cNvPicPr>
          <p:nvPr/>
        </p:nvPicPr>
        <p:blipFill>
          <a:blip r:embed="rId9"/>
          <a:stretch>
            <a:fillRect/>
          </a:stretch>
        </p:blipFill>
        <p:spPr>
          <a:xfrm>
            <a:off x="6148305" y="12700"/>
            <a:ext cx="5991390" cy="27400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2026-01-21 01-05-48">
            <a:hlinkClick r:id="" action="ppaction://media"/>
            <a:extLst>
              <a:ext uri="{FF2B5EF4-FFF2-40B4-BE49-F238E27FC236}">
                <a16:creationId xmlns:a16="http://schemas.microsoft.com/office/drawing/2014/main" id="{CB4D4AB6-A57E-4832-D722-05DB2255B514}"/>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1"/>
            <a:ext cx="8940800" cy="6790177"/>
          </a:xfrm>
          <a:prstGeom prst="rect">
            <a:avLst/>
          </a:prstGeom>
        </p:spPr>
      </p:pic>
      <p:pic>
        <p:nvPicPr>
          <p:cNvPr id="15" name="图片 14">
            <a:extLst>
              <a:ext uri="{FF2B5EF4-FFF2-40B4-BE49-F238E27FC236}">
                <a16:creationId xmlns:a16="http://schemas.microsoft.com/office/drawing/2014/main" id="{7F302C63-85C3-83D3-3A6F-852D4C07FC59}"/>
              </a:ext>
            </a:extLst>
          </p:cNvPr>
          <p:cNvPicPr>
            <a:picLocks noChangeAspect="1"/>
          </p:cNvPicPr>
          <p:nvPr/>
        </p:nvPicPr>
        <p:blipFill>
          <a:blip r:embed="rId5"/>
          <a:stretch>
            <a:fillRect/>
          </a:stretch>
        </p:blipFill>
        <p:spPr>
          <a:xfrm>
            <a:off x="9077324" y="212725"/>
            <a:ext cx="3114675" cy="3429000"/>
          </a:xfrm>
          <a:prstGeom prst="rect">
            <a:avLst/>
          </a:prstGeom>
        </p:spPr>
      </p:pic>
      <p:pic>
        <p:nvPicPr>
          <p:cNvPr id="17" name="图片 16">
            <a:extLst>
              <a:ext uri="{FF2B5EF4-FFF2-40B4-BE49-F238E27FC236}">
                <a16:creationId xmlns:a16="http://schemas.microsoft.com/office/drawing/2014/main" id="{D2BC510D-6560-C675-BD58-637C733D6F1C}"/>
              </a:ext>
            </a:extLst>
          </p:cNvPr>
          <p:cNvPicPr>
            <a:picLocks noChangeAspect="1"/>
          </p:cNvPicPr>
          <p:nvPr/>
        </p:nvPicPr>
        <p:blipFill>
          <a:blip r:embed="rId6"/>
          <a:stretch>
            <a:fillRect/>
          </a:stretch>
        </p:blipFill>
        <p:spPr>
          <a:xfrm>
            <a:off x="9242425" y="3641725"/>
            <a:ext cx="2824557" cy="3148452"/>
          </a:xfrm>
          <a:prstGeom prst="rect">
            <a:avLst/>
          </a:prstGeom>
        </p:spPr>
      </p:pic>
    </p:spTree>
    <p:extLst>
      <p:ext uri="{BB962C8B-B14F-4D97-AF65-F5344CB8AC3E}">
        <p14:creationId xmlns:p14="http://schemas.microsoft.com/office/powerpoint/2010/main" val="1623098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97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0A14">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762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下学期研究目标</a:t>
            </a:r>
            <a:endParaRPr lang="en-US" sz="1100"/>
          </a:p>
        </p:txBody>
      </p:sp>
      <p:cxnSp>
        <p:nvCxnSpPr>
          <p:cNvPr id="4" name="Connector 4"/>
          <p:cNvCxnSpPr/>
          <p:nvPr/>
        </p:nvCxnSpPr>
        <p:spPr>
          <a:xfrm rot="-4297">
            <a:off x="1016004" y="1454150"/>
            <a:ext cx="10160000" cy="12700"/>
          </a:xfrm>
          <a:prstGeom prst="straightConnector1">
            <a:avLst/>
          </a:prstGeom>
          <a:solidFill>
            <a:srgbClr val="DEE0E3">
              <a:alpha val="100000"/>
            </a:srgbClr>
          </a:solidFill>
          <a:ln w="12700" cap="flat" cmpd="sng">
            <a:solidFill>
              <a:srgbClr val="00FFFF">
                <a:alpha val="40000"/>
              </a:srgbClr>
            </a:solidFill>
            <a:prstDash val="solid"/>
            <a:round/>
            <a:headEnd type="none" w="med" len="med"/>
            <a:tailEnd type="none" w="med" len="med"/>
          </a:ln>
        </p:spPr>
      </p:cxnSp>
      <p:pic>
        <p:nvPicPr>
          <p:cNvPr id="5" name="Picture 5"/>
          <p:cNvPicPr>
            <a:picLocks noChangeAspect="1"/>
          </p:cNvPicPr>
          <p:nvPr/>
        </p:nvPicPr>
        <p:blipFill>
          <a:blip r:embed="rId3"/>
          <a:srcRect/>
          <a:stretch>
            <a:fillRect/>
          </a:stretch>
        </p:blipFill>
        <p:spPr>
          <a:xfrm>
            <a:off x="1879600" y="2032000"/>
            <a:ext cx="812800" cy="812800"/>
          </a:xfrm>
          <a:prstGeom prst="ellipse">
            <a:avLst/>
          </a:prstGeom>
          <a:noFill/>
          <a:ln w="25400" cap="flat" cmpd="sng">
            <a:noFill/>
            <a:prstDash val="solid"/>
            <a:round/>
          </a:ln>
        </p:spPr>
      </p:pic>
      <p:sp>
        <p:nvSpPr>
          <p:cNvPr id="6" name="AutoShape 6"/>
          <p:cNvSpPr/>
          <p:nvPr/>
        </p:nvSpPr>
        <p:spPr>
          <a:xfrm>
            <a:off x="1016000" y="3098800"/>
            <a:ext cx="3048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FFFF"/>
                </a:solidFill>
                <a:latin typeface="Noto Sans SC"/>
                <a:ea typeface="Noto Sans SC"/>
                <a:cs typeface="Noto Sans SC"/>
                <a:sym typeface="Noto Sans SC"/>
              </a:rPr>
              <a:t>多目标优化</a:t>
            </a:r>
            <a:endParaRPr lang="en-US" sz="1100"/>
          </a:p>
        </p:txBody>
      </p:sp>
      <p:sp>
        <p:nvSpPr>
          <p:cNvPr id="7" name="AutoShape 7"/>
          <p:cNvSpPr/>
          <p:nvPr/>
        </p:nvSpPr>
        <p:spPr>
          <a:xfrm>
            <a:off x="1016000" y="3606800"/>
            <a:ext cx="3048000" cy="8382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400" b="0" i="0" u="none" strike="noStrike">
                <a:solidFill>
                  <a:srgbClr val="E5E7EB"/>
                </a:solidFill>
                <a:latin typeface="Noto Sans SC"/>
                <a:ea typeface="Noto Sans SC"/>
                <a:cs typeface="Noto Sans SC"/>
                <a:sym typeface="Noto Sans SC"/>
              </a:rPr>
              <a:t>同时优化轨迹的平滑性、时间和能耗。</a:t>
            </a:r>
            <a:endParaRPr lang="en-US" sz="1100"/>
          </a:p>
        </p:txBody>
      </p:sp>
      <p:pic>
        <p:nvPicPr>
          <p:cNvPr id="8" name="Picture 8"/>
          <p:cNvPicPr>
            <a:picLocks noChangeAspect="1"/>
          </p:cNvPicPr>
          <p:nvPr/>
        </p:nvPicPr>
        <p:blipFill>
          <a:blip r:embed="rId4"/>
          <a:srcRect/>
          <a:stretch>
            <a:fillRect/>
          </a:stretch>
        </p:blipFill>
        <p:spPr>
          <a:xfrm>
            <a:off x="5689600" y="2032000"/>
            <a:ext cx="812800" cy="812800"/>
          </a:xfrm>
          <a:prstGeom prst="ellipse">
            <a:avLst/>
          </a:prstGeom>
          <a:noFill/>
          <a:ln w="25400" cap="flat" cmpd="sng">
            <a:noFill/>
            <a:prstDash val="solid"/>
            <a:round/>
          </a:ln>
        </p:spPr>
      </p:pic>
      <p:sp>
        <p:nvSpPr>
          <p:cNvPr id="9" name="AutoShape 9"/>
          <p:cNvSpPr/>
          <p:nvPr/>
        </p:nvSpPr>
        <p:spPr>
          <a:xfrm>
            <a:off x="4572000" y="3098800"/>
            <a:ext cx="3048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FFFF"/>
                </a:solidFill>
                <a:latin typeface="Noto Sans SC"/>
                <a:ea typeface="Noto Sans SC"/>
                <a:cs typeface="Noto Sans SC"/>
                <a:sym typeface="Noto Sans SC"/>
              </a:rPr>
              <a:t>在线学习</a:t>
            </a:r>
            <a:endParaRPr lang="en-US" sz="1100"/>
          </a:p>
        </p:txBody>
      </p:sp>
      <p:sp>
        <p:nvSpPr>
          <p:cNvPr id="10" name="AutoShape 10"/>
          <p:cNvSpPr/>
          <p:nvPr/>
        </p:nvSpPr>
        <p:spPr>
          <a:xfrm>
            <a:off x="4572000" y="3606800"/>
            <a:ext cx="3048000" cy="8382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400" b="0" i="0" u="none" strike="noStrike">
                <a:solidFill>
                  <a:srgbClr val="E5E7EB"/>
                </a:solidFill>
                <a:latin typeface="Noto Sans SC"/>
                <a:ea typeface="Noto Sans SC"/>
                <a:cs typeface="Noto Sans SC"/>
                <a:sym typeface="Noto Sans SC"/>
              </a:rPr>
              <a:t>实现机械臂在运行过程中的实时学习和适应。</a:t>
            </a:r>
            <a:endParaRPr lang="en-US" sz="1100"/>
          </a:p>
        </p:txBody>
      </p:sp>
      <p:pic>
        <p:nvPicPr>
          <p:cNvPr id="11" name="Picture 11"/>
          <p:cNvPicPr>
            <a:picLocks noChangeAspect="1"/>
          </p:cNvPicPr>
          <p:nvPr/>
        </p:nvPicPr>
        <p:blipFill>
          <a:blip r:embed="rId5"/>
          <a:srcRect/>
          <a:stretch>
            <a:fillRect/>
          </a:stretch>
        </p:blipFill>
        <p:spPr>
          <a:xfrm>
            <a:off x="9175750" y="2076450"/>
            <a:ext cx="812800" cy="812800"/>
          </a:xfrm>
          <a:prstGeom prst="ellipse">
            <a:avLst/>
          </a:prstGeom>
          <a:noFill/>
          <a:ln w="25400" cap="flat" cmpd="sng">
            <a:noFill/>
            <a:prstDash val="solid"/>
            <a:round/>
          </a:ln>
        </p:spPr>
      </p:pic>
      <p:sp>
        <p:nvSpPr>
          <p:cNvPr id="12" name="AutoShape 12"/>
          <p:cNvSpPr/>
          <p:nvPr/>
        </p:nvSpPr>
        <p:spPr>
          <a:xfrm>
            <a:off x="8128000" y="3098800"/>
            <a:ext cx="3048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FFFF"/>
                </a:solidFill>
                <a:latin typeface="Noto Sans SC"/>
                <a:ea typeface="Noto Sans SC"/>
                <a:cs typeface="Noto Sans SC"/>
                <a:sym typeface="Noto Sans SC"/>
              </a:rPr>
              <a:t>复杂场景</a:t>
            </a:r>
            <a:endParaRPr lang="en-US" sz="1100"/>
          </a:p>
        </p:txBody>
      </p:sp>
      <p:sp>
        <p:nvSpPr>
          <p:cNvPr id="13" name="AutoShape 13"/>
          <p:cNvSpPr/>
          <p:nvPr/>
        </p:nvSpPr>
        <p:spPr>
          <a:xfrm>
            <a:off x="8128000" y="3606800"/>
            <a:ext cx="3048000" cy="8382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400" b="0" i="0" u="none" strike="noStrike">
                <a:solidFill>
                  <a:srgbClr val="E5E7EB"/>
                </a:solidFill>
                <a:latin typeface="Noto Sans SC"/>
                <a:ea typeface="Noto Sans SC"/>
                <a:cs typeface="Noto Sans SC"/>
                <a:sym typeface="Noto Sans SC"/>
              </a:rPr>
              <a:t>在更复杂的动态环境中进行实验验证。</a:t>
            </a:r>
            <a:endParaRPr lang="en-US" sz="1100"/>
          </a:p>
        </p:txBody>
      </p:sp>
      <p:cxnSp>
        <p:nvCxnSpPr>
          <p:cNvPr id="14" name="Connector 14"/>
          <p:cNvCxnSpPr/>
          <p:nvPr/>
        </p:nvCxnSpPr>
        <p:spPr>
          <a:xfrm rot="-4297">
            <a:off x="1016004" y="4819650"/>
            <a:ext cx="10160000" cy="12700"/>
          </a:xfrm>
          <a:prstGeom prst="straightConnector1">
            <a:avLst/>
          </a:prstGeom>
          <a:solidFill>
            <a:srgbClr val="DEE0E3">
              <a:alpha val="100000"/>
            </a:srgbClr>
          </a:solidFill>
          <a:ln w="12700" cap="flat" cmpd="sng">
            <a:solidFill>
              <a:srgbClr val="00FFFF">
                <a:alpha val="40000"/>
              </a:srgbClr>
            </a:solidFill>
            <a:prstDash val="solid"/>
            <a:round/>
            <a:headEnd type="none" w="med" len="med"/>
            <a:tailEnd type="non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762000"/>
            <a:ext cx="508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总结</a:t>
            </a:r>
            <a:endParaRPr lang="en-US" sz="1100"/>
          </a:p>
        </p:txBody>
      </p:sp>
      <p:cxnSp>
        <p:nvCxnSpPr>
          <p:cNvPr id="4" name="Connector 4"/>
          <p:cNvCxnSpPr/>
          <p:nvPr/>
        </p:nvCxnSpPr>
        <p:spPr>
          <a:xfrm rot="-4297">
            <a:off x="1016004" y="1517650"/>
            <a:ext cx="10160000" cy="12700"/>
          </a:xfrm>
          <a:prstGeom prst="straightConnector1">
            <a:avLst/>
          </a:prstGeom>
          <a:solidFill>
            <a:srgbClr val="DEE0E3">
              <a:alpha val="100000"/>
            </a:srgbClr>
          </a:solidFill>
          <a:ln w="25400" cap="flat" cmpd="sng">
            <a:solidFill>
              <a:srgbClr val="00FFFF">
                <a:alpha val="100000"/>
              </a:srgbClr>
            </a:solidFill>
            <a:prstDash val="solid"/>
            <a:round/>
            <a:headEnd type="none" w="lg" len="lg"/>
            <a:tailEnd type="none" w="lg" len="lg"/>
          </a:ln>
        </p:spPr>
      </p:cxnSp>
      <p:sp>
        <p:nvSpPr>
          <p:cNvPr id="5" name="AutoShape 5"/>
          <p:cNvSpPr/>
          <p:nvPr/>
        </p:nvSpPr>
        <p:spPr>
          <a:xfrm>
            <a:off x="1016000" y="2032000"/>
            <a:ext cx="10160000" cy="19050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1600" b="0" i="0" u="none" strike="noStrike" dirty="0">
                <a:solidFill>
                  <a:srgbClr val="E5E7EB"/>
                </a:solidFill>
                <a:latin typeface="Noto Sans SC"/>
                <a:ea typeface="Noto Sans SC"/>
                <a:cs typeface="Noto Sans SC"/>
                <a:sym typeface="Noto Sans SC"/>
              </a:rPr>
              <a:t>基于分段动态运动基元的机械臂轨迹学习与避障方法。通过融合SDMP和RRT算法，实现了平滑、高效的动态避障。实验结果表明，该方法在复杂环境中具有良好的性能。未来，我们将继续深入研究，以进一步提升算法的鲁棒性和适应性。</a:t>
            </a:r>
            <a:endParaRPr lang="en-US" sz="1100" dirty="0"/>
          </a:p>
        </p:txBody>
      </p:sp>
      <p:cxnSp>
        <p:nvCxnSpPr>
          <p:cNvPr id="6" name="Connector 6"/>
          <p:cNvCxnSpPr/>
          <p:nvPr/>
        </p:nvCxnSpPr>
        <p:spPr>
          <a:xfrm rot="-4297">
            <a:off x="1016004" y="3676650"/>
            <a:ext cx="10160000" cy="12700"/>
          </a:xfrm>
          <a:prstGeom prst="straightConnector1">
            <a:avLst/>
          </a:prstGeom>
          <a:solidFill>
            <a:srgbClr val="DEE0E3">
              <a:alpha val="100000"/>
            </a:srgbClr>
          </a:solidFill>
          <a:ln w="12700" cap="flat" cmpd="sng">
            <a:solidFill>
              <a:srgbClr val="00FFFF">
                <a:alpha val="30000"/>
              </a:srgbClr>
            </a:solidFill>
            <a:prstDash val="dash"/>
            <a:round/>
            <a:headEnd type="none" w="med" len="med"/>
            <a:tailEnd type="none" w="med" len="med"/>
          </a:ln>
        </p:spPr>
      </p:cxn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064000"/>
            <a:ext cx="304800" cy="304800"/>
          </a:xfrm>
          <a:prstGeom prst="rect">
            <a:avLst/>
          </a:prstGeom>
        </p:spPr>
      </p:pic>
      <p:sp>
        <p:nvSpPr>
          <p:cNvPr id="8" name="AutoShape 8"/>
          <p:cNvSpPr/>
          <p:nvPr/>
        </p:nvSpPr>
        <p:spPr>
          <a:xfrm>
            <a:off x="1524000" y="4064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核心贡献</a:t>
            </a:r>
            <a:endParaRPr lang="en-US" sz="1100"/>
          </a:p>
        </p:txBody>
      </p:sp>
      <p:sp>
        <p:nvSpPr>
          <p:cNvPr id="9" name="AutoShape 9"/>
          <p:cNvSpPr/>
          <p:nvPr/>
        </p:nvSpPr>
        <p:spPr>
          <a:xfrm>
            <a:off x="1524000" y="44450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dirty="0" err="1">
                <a:solidFill>
                  <a:srgbClr val="D1D5DB"/>
                </a:solidFill>
                <a:latin typeface="Noto Sans SC"/>
                <a:ea typeface="Noto Sans SC"/>
                <a:cs typeface="Noto Sans SC"/>
                <a:sym typeface="Noto Sans SC"/>
              </a:rPr>
              <a:t>融合SDMP与RRT算法，实现动态轨迹学习与避障</a:t>
            </a:r>
            <a:r>
              <a:rPr lang="en-US" sz="1400" b="0" i="0" u="none" strike="noStrike" dirty="0">
                <a:solidFill>
                  <a:srgbClr val="D1D5DB"/>
                </a:solidFill>
                <a:latin typeface="Noto Sans SC"/>
                <a:ea typeface="Noto Sans SC"/>
                <a:cs typeface="Noto Sans SC"/>
                <a:sym typeface="Noto Sans SC"/>
              </a:rPr>
              <a:t>。</a:t>
            </a:r>
            <a:endParaRPr lang="en-US" sz="1100" dirty="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4064000"/>
            <a:ext cx="304800" cy="304800"/>
          </a:xfrm>
          <a:prstGeom prst="rect">
            <a:avLst/>
          </a:prstGeom>
        </p:spPr>
      </p:pic>
      <p:sp>
        <p:nvSpPr>
          <p:cNvPr id="11" name="AutoShape 11"/>
          <p:cNvSpPr/>
          <p:nvPr/>
        </p:nvSpPr>
        <p:spPr>
          <a:xfrm>
            <a:off x="7112000" y="4064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实验成果</a:t>
            </a:r>
            <a:endParaRPr lang="en-US" sz="1100"/>
          </a:p>
        </p:txBody>
      </p:sp>
      <p:sp>
        <p:nvSpPr>
          <p:cNvPr id="12" name="AutoShape 12"/>
          <p:cNvSpPr/>
          <p:nvPr/>
        </p:nvSpPr>
        <p:spPr>
          <a:xfrm>
            <a:off x="7112000" y="44450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在复杂环境中表现出良好的平滑性与避障效率。</a:t>
            </a:r>
            <a:endParaRPr lang="en-US" sz="1100"/>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207000"/>
            <a:ext cx="304800" cy="304800"/>
          </a:xfrm>
          <a:prstGeom prst="rect">
            <a:avLst/>
          </a:prstGeom>
        </p:spPr>
      </p:pic>
      <p:sp>
        <p:nvSpPr>
          <p:cNvPr id="14" name="AutoShape 14"/>
          <p:cNvSpPr/>
          <p:nvPr/>
        </p:nvSpPr>
        <p:spPr>
          <a:xfrm>
            <a:off x="1524000" y="5207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未来展望</a:t>
            </a:r>
            <a:endParaRPr lang="en-US" sz="1100"/>
          </a:p>
        </p:txBody>
      </p:sp>
      <p:sp>
        <p:nvSpPr>
          <p:cNvPr id="15" name="AutoShape 15"/>
          <p:cNvSpPr/>
          <p:nvPr/>
        </p:nvSpPr>
        <p:spPr>
          <a:xfrm>
            <a:off x="1524000" y="5588000"/>
            <a:ext cx="4572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持续优化算法，提升鲁棒性与环境适应性。</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2286000" y="2413000"/>
            <a:ext cx="762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a:ea typeface="Noto Sans SC"/>
                <a:cs typeface="Noto Sans SC"/>
                <a:sym typeface="Noto Sans SC"/>
              </a:rPr>
              <a:t>致谢</a:t>
            </a:r>
            <a:endParaRPr lang="en-US" sz="1100"/>
          </a:p>
        </p:txBody>
      </p:sp>
      <p:cxnSp>
        <p:nvCxnSpPr>
          <p:cNvPr id="4" name="Connector 4"/>
          <p:cNvCxnSpPr/>
          <p:nvPr/>
        </p:nvCxnSpPr>
        <p:spPr>
          <a:xfrm rot="-34376">
            <a:off x="5461032" y="3422650"/>
            <a:ext cx="1270000" cy="12700"/>
          </a:xfrm>
          <a:prstGeom prst="straightConnector1">
            <a:avLst/>
          </a:prstGeom>
          <a:solidFill>
            <a:srgbClr val="DEE0E3">
              <a:alpha val="100000"/>
            </a:srgbClr>
          </a:solidFill>
          <a:ln w="25400" cap="flat" cmpd="sng">
            <a:solidFill>
              <a:srgbClr val="00FFFF">
                <a:alpha val="100000"/>
              </a:srgbClr>
            </a:solidFill>
            <a:prstDash val="solid"/>
            <a:round/>
            <a:headEnd type="none" w="lg" len="lg"/>
            <a:tailEnd type="none" w="lg" len="lg"/>
          </a:ln>
        </p:spPr>
      </p:cxnSp>
      <p:sp>
        <p:nvSpPr>
          <p:cNvPr id="5" name="AutoShape 5"/>
          <p:cNvSpPr/>
          <p:nvPr/>
        </p:nvSpPr>
        <p:spPr>
          <a:xfrm>
            <a:off x="2286000" y="3683000"/>
            <a:ext cx="762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E5E7EB"/>
                </a:solidFill>
                <a:latin typeface="Noto Sans SC"/>
                <a:ea typeface="Noto Sans SC"/>
                <a:cs typeface="Noto Sans SC"/>
                <a:sym typeface="Noto Sans SC"/>
              </a:rPr>
              <a:t>感谢各位老师和同学的聆听！</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1138</Words>
  <Application>Microsoft Office PowerPoint</Application>
  <PresentationFormat>宽屏</PresentationFormat>
  <Paragraphs>140</Paragraphs>
  <Slides>18</Slides>
  <Notes>16</Notes>
  <HiddenSlides>0</HiddenSlides>
  <MMClips>1</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18</vt:i4>
      </vt:variant>
    </vt:vector>
  </HeadingPairs>
  <TitlesOfParts>
    <vt:vector size="22"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斯烔 许</cp:lastModifiedBy>
  <cp:revision>1</cp:revision>
  <dcterms:modified xsi:type="dcterms:W3CDTF">2026-01-20T19:04:09Z</dcterms:modified>
</cp:coreProperties>
</file>